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1" r:id="rId3"/>
  </p:sldMasterIdLst>
  <p:notesMasterIdLst>
    <p:notesMasterId r:id="rId20"/>
  </p:notesMasterIdLst>
  <p:handoutMasterIdLst>
    <p:handoutMasterId r:id="rId21"/>
  </p:handoutMasterIdLst>
  <p:sldIdLst>
    <p:sldId id="10705284" r:id="rId4"/>
    <p:sldId id="10705357" r:id="rId5"/>
    <p:sldId id="16768274" r:id="rId6"/>
    <p:sldId id="16768272" r:id="rId7"/>
    <p:sldId id="16768273" r:id="rId8"/>
    <p:sldId id="16768291" r:id="rId9"/>
    <p:sldId id="16768292" r:id="rId10"/>
    <p:sldId id="10705425" r:id="rId11"/>
    <p:sldId id="16768251" r:id="rId12"/>
    <p:sldId id="16768284" r:id="rId13"/>
    <p:sldId id="16768287" r:id="rId14"/>
    <p:sldId id="16768289" r:id="rId15"/>
    <p:sldId id="16768290" r:id="rId16"/>
    <p:sldId id="16768004" r:id="rId17"/>
    <p:sldId id="16768282" r:id="rId18"/>
    <p:sldId id="10705283" r:id="rId19"/>
  </p:sldIdLst>
  <p:sldSz cx="24382413" cy="13716000"/>
  <p:notesSz cx="6858000" cy="91440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anghuiMa" initials="G" lastIdx="0" clrIdx="0"/>
  <p:cmAuthor id="2" name="张圣恒 (Dick)" initials="张圣恒" lastIdx="0" clrIdx="1"/>
  <p:cmAuthor id="3" name="ChenChunfeng/陈春峰" initials="C" lastIdx="0" clrIdx="0"/>
  <p:cmAuthor id="4" name="ecarx" initials="e" lastIdx="0" clrIdx="3"/>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86452"/>
  </p:normalViewPr>
  <p:slideViewPr>
    <p:cSldViewPr snapToGrid="0">
      <p:cViewPr varScale="1">
        <p:scale>
          <a:sx n="39" d="100"/>
          <a:sy n="39" d="100"/>
        </p:scale>
        <p:origin x="216" y="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88" d="100"/>
          <a:sy n="88" d="100"/>
        </p:scale>
        <p:origin x="387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gs" Target="tags/tag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9C1EBB9-81FB-49EC-92C0-CB83B0B7ACCB}" type="doc">
      <dgm:prSet loTypeId="urn:microsoft.com/office/officeart/2005/8/layout/hierarchy6" loCatId="hierarchy" qsTypeId="urn:microsoft.com/office/officeart/2005/8/quickstyle/simple1#1" qsCatId="simple" csTypeId="urn:microsoft.com/office/officeart/2005/8/colors/accent0_3#1" csCatId="mainScheme" phldr="1"/>
      <dgm:spPr/>
      <dgm:t>
        <a:bodyPr/>
        <a:lstStyle/>
        <a:p>
          <a:endParaRPr lang="zh-CN" altLang="en-US"/>
        </a:p>
      </dgm:t>
    </dgm:pt>
    <dgm:pt modelId="{7FD6E54E-3986-47E7-B352-2D7E76F269E4}" type="parTrans" cxnId="{294F2C52-DE87-4C3D-9B8B-8750BE7E2125}">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684248BF-3C11-48D2-8137-68A49A7B5D2C}">
      <dgm:prSet custT="1"/>
      <dgm:spPr/>
      <dgm:t>
        <a:bodyPr/>
        <a:lstStyle/>
        <a:p>
          <a:r>
            <a:rPr lang="zh-CN" altLang="en-US" sz="1300">
              <a:latin typeface="微软雅黑" panose="020B0503020204020204" pitchFamily="34" charset="-122"/>
              <a:ea typeface="微软雅黑" panose="020B0503020204020204" pitchFamily="34" charset="-122"/>
            </a:rPr>
            <a:t>项目总负责人</a:t>
          </a:r>
          <a:endParaRPr lang="en-US" altLang="zh-CN" sz="1300">
            <a:latin typeface="微软雅黑" panose="020B0503020204020204" pitchFamily="34" charset="-122"/>
            <a:ea typeface="微软雅黑" panose="020B0503020204020204" pitchFamily="34" charset="-122"/>
          </a:endParaRPr>
        </a:p>
        <a:p>
          <a:r>
            <a:rPr lang="zh-CN" altLang="en-US" sz="1300">
              <a:latin typeface="微软雅黑" panose="020B0503020204020204" pitchFamily="34" charset="-122"/>
              <a:ea typeface="微软雅黑" panose="020B0503020204020204" pitchFamily="34" charset="-122"/>
            </a:rPr>
            <a:t>刘晓龙</a:t>
          </a:r>
        </a:p>
      </dgm:t>
    </dgm:pt>
    <dgm:pt modelId="{CAE01D66-494D-498A-8D87-C42B4C539CFD}" type="parTrans" cxnId="{6FC18C16-7680-4828-B01D-32302DB75A9A}">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00DA862D-D45B-4EBD-A5B0-A35CD1D24EAD}">
      <dgm:prSet custT="1"/>
      <dgm:spPr/>
      <dgm:t>
        <a:bodyPr/>
        <a:lstStyle/>
        <a:p>
          <a:r>
            <a:rPr lang="zh-CN" altLang="en-US" sz="1300" dirty="0">
              <a:latin typeface="微软雅黑" panose="020B0503020204020204" pitchFamily="34" charset="-122"/>
              <a:ea typeface="微软雅黑" panose="020B0503020204020204" pitchFamily="34" charset="-122"/>
            </a:rPr>
            <a:t>项目总监</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叶晓璐</a:t>
          </a:r>
        </a:p>
      </dgm:t>
    </dgm:pt>
    <dgm:pt modelId="{E1A45AD7-57A6-4428-845F-7A53229BBF0F}" type="parTrans" cxnId="{5CDCD201-C044-4232-BF5B-DAC8098E7ECB}">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019D2B53-8351-463A-9673-67DA001634FE}">
      <dgm:prSet custT="1"/>
      <dgm:spPr/>
      <dgm:t>
        <a:bodyPr/>
        <a:lstStyle/>
        <a:p>
          <a:r>
            <a:rPr lang="zh-CN" altLang="en-US" sz="1300" dirty="0">
              <a:latin typeface="微软雅黑" panose="020B0503020204020204" pitchFamily="34" charset="-122"/>
              <a:ea typeface="微软雅黑" panose="020B0503020204020204" pitchFamily="34" charset="-122"/>
            </a:rPr>
            <a:t>项目经理</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童昌杰</a:t>
          </a:r>
        </a:p>
      </dgm:t>
    </dgm:pt>
    <dgm:pt modelId="{DA39528A-072C-4820-8487-3D57B96F4BC5}" type="parTrans" cxnId="{A85BA742-D648-4698-869E-A2CA03B22D22}">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2C655039-878C-4E20-8965-AA69E2546D7E}">
      <dgm:prSet custT="1"/>
      <dgm:spPr/>
      <dgm:t>
        <a:bodyPr/>
        <a:lstStyle/>
        <a:p>
          <a:endParaRPr lang="en-US" altLang="zh-CN" sz="1300" dirty="0">
            <a:latin typeface="微软雅黑" panose="020B0503020204020204" pitchFamily="34" charset="-122"/>
            <a:ea typeface="微软雅黑" panose="020B0503020204020204" pitchFamily="34" charset="-122"/>
          </a:endParaRPr>
        </a:p>
        <a:p>
          <a:r>
            <a:rPr lang="en-US" altLang="zh-CN" sz="1300" dirty="0">
              <a:latin typeface="微软雅黑" panose="020B0503020204020204" pitchFamily="34" charset="-122"/>
              <a:ea typeface="微软雅黑" panose="020B0503020204020204" pitchFamily="34" charset="-122"/>
            </a:rPr>
            <a:t>SPM-</a:t>
          </a:r>
          <a:r>
            <a:rPr lang="zh-CN" altLang="en-US" sz="1300" dirty="0">
              <a:latin typeface="微软雅黑" panose="020B0503020204020204" pitchFamily="34" charset="-122"/>
              <a:ea typeface="微软雅黑" panose="020B0503020204020204" pitchFamily="34" charset="-122"/>
            </a:rPr>
            <a:t>王岩</a:t>
          </a:r>
        </a:p>
        <a:p>
          <a:endParaRPr lang="en-US" altLang="zh-CN" sz="1300" dirty="0">
            <a:latin typeface="微软雅黑" panose="020B0503020204020204" pitchFamily="34" charset="-122"/>
            <a:ea typeface="微软雅黑" panose="020B0503020204020204" pitchFamily="34" charset="-122"/>
          </a:endParaRPr>
        </a:p>
        <a:p>
          <a:endParaRPr lang="zh-CN" altLang="en-US" sz="1300" dirty="0">
            <a:latin typeface="微软雅黑" panose="020B0503020204020204" pitchFamily="34" charset="-122"/>
            <a:ea typeface="微软雅黑" panose="020B0503020204020204" pitchFamily="34" charset="-122"/>
          </a:endParaRPr>
        </a:p>
      </dgm:t>
    </dgm:pt>
    <dgm:pt modelId="{E2D27AAF-A57D-48F3-A6BA-A9B8A883F10F}" type="parTrans" cxnId="{D19563FD-2C34-4C75-890B-06D4CF0F3DF6}">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24AC5864-6CC6-4743-9F85-C895588FED37}">
      <dgm:prSet custT="1"/>
      <dgm:spPr/>
      <dgm:t>
        <a:bodyPr/>
        <a:lstStyle/>
        <a:p>
          <a:r>
            <a:rPr lang="en-US" altLang="zh-CN" sz="1300" dirty="0">
              <a:latin typeface="微软雅黑" panose="020B0503020204020204" pitchFamily="34" charset="-122"/>
              <a:ea typeface="微软雅黑" panose="020B0503020204020204" pitchFamily="34" charset="-122"/>
            </a:rPr>
            <a:t>RTE-CSD APP</a:t>
          </a:r>
        </a:p>
        <a:p>
          <a:r>
            <a:rPr lang="zh-CN" altLang="en-US" sz="1300" dirty="0">
              <a:latin typeface="微软雅黑" panose="020B0503020204020204" pitchFamily="34" charset="-122"/>
              <a:ea typeface="微软雅黑" panose="020B0503020204020204" pitchFamily="34" charset="-122"/>
            </a:rPr>
            <a:t>王坤</a:t>
          </a:r>
          <a:endParaRPr lang="en-US" altLang="zh-CN" sz="1300" dirty="0">
            <a:latin typeface="微软雅黑" panose="020B0503020204020204" pitchFamily="34" charset="-122"/>
            <a:ea typeface="微软雅黑" panose="020B0503020204020204" pitchFamily="34" charset="-122"/>
          </a:endParaRPr>
        </a:p>
      </dgm:t>
    </dgm:pt>
    <dgm:pt modelId="{B4D31266-E393-413B-8558-BF42201920CB}" type="sibTrans" cxnId="{D19563FD-2C34-4C75-890B-06D4CF0F3DF6}">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2978EA0F-7F22-4E1A-B7FB-CD11F7039BAB}" type="parTrans" cxnId="{6E56C864-5263-4349-B3CD-E804970CD825}">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7B94BDAE-D712-4811-9BF0-69109CB08388}">
      <dgm:prSet custT="1"/>
      <dgm:spPr/>
      <dgm:t>
        <a:bodyPr/>
        <a:lstStyle/>
        <a:p>
          <a:r>
            <a:rPr lang="en-US" altLang="zh-CN" sz="1300" dirty="0">
              <a:latin typeface="微软雅黑" panose="020B0503020204020204" pitchFamily="34" charset="-122"/>
              <a:ea typeface="微软雅黑" panose="020B0503020204020204" pitchFamily="34" charset="-122"/>
            </a:rPr>
            <a:t>R</a:t>
          </a:r>
        </a:p>
        <a:p>
          <a:r>
            <a:rPr lang="en-US" altLang="zh-CN" sz="1300" dirty="0">
              <a:latin typeface="微软雅黑" panose="020B0503020204020204" pitchFamily="34" charset="-122"/>
              <a:ea typeface="微软雅黑" panose="020B0503020204020204" pitchFamily="34" charset="-122"/>
            </a:rPr>
            <a:t>RTE-</a:t>
          </a:r>
          <a:r>
            <a:rPr lang="zh-CN" altLang="en-US" sz="1300" dirty="0">
              <a:latin typeface="微软雅黑" panose="020B0503020204020204" pitchFamily="34" charset="-122"/>
              <a:ea typeface="微软雅黑" panose="020B0503020204020204" pitchFamily="34" charset="-122"/>
            </a:rPr>
            <a:t>车控域</a:t>
          </a:r>
          <a:r>
            <a:rPr lang="en-US" altLang="zh-CN" sz="1300" dirty="0">
              <a:latin typeface="微软雅黑" panose="020B0503020204020204" pitchFamily="34" charset="-122"/>
              <a:ea typeface="微软雅黑" panose="020B0503020204020204" pitchFamily="34" charset="-122"/>
            </a:rPr>
            <a:t>FWK/MCU</a:t>
          </a:r>
          <a:r>
            <a:rPr lang="zh-CN" altLang="en-US" sz="1300" dirty="0">
              <a:latin typeface="微软雅黑" panose="020B0503020204020204" pitchFamily="34" charset="-122"/>
              <a:ea typeface="微软雅黑" panose="020B0503020204020204" pitchFamily="34" charset="-122"/>
            </a:rPr>
            <a:t>等</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田朋伟</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蒋小玉</a:t>
          </a:r>
          <a:endParaRPr lang="en-US" altLang="zh-CN" sz="1300" dirty="0">
            <a:latin typeface="微软雅黑" panose="020B0503020204020204" pitchFamily="34" charset="-122"/>
            <a:ea typeface="微软雅黑" panose="020B0503020204020204" pitchFamily="34" charset="-122"/>
          </a:endParaRPr>
        </a:p>
        <a:p>
          <a:endParaRPr lang="zh-CN" altLang="en-US" sz="1300" dirty="0">
            <a:latin typeface="微软雅黑" panose="020B0503020204020204" pitchFamily="34" charset="-122"/>
            <a:ea typeface="微软雅黑" panose="020B0503020204020204" pitchFamily="34" charset="-122"/>
          </a:endParaRPr>
        </a:p>
      </dgm:t>
    </dgm:pt>
    <dgm:pt modelId="{BA0BF750-71EA-4525-AE51-CC3C27DE15F5}" type="sibTrans" cxnId="{6E56C864-5263-4349-B3CD-E804970CD825}">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3F68B1FE-6A24-45C8-BF1D-1C0552AFE5DF}" type="parTrans" cxnId="{C0561F48-B864-4EAD-A361-C09ADE23CA4B}">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631532F3-13F0-4B18-B3E4-48DC11E38CED}">
      <dgm:prSet custT="1"/>
      <dgm:spPr/>
      <dgm:t>
        <a:bodyPr/>
        <a:lstStyle/>
        <a:p>
          <a:r>
            <a:rPr lang="en-US" altLang="zh-CN" sz="1300" dirty="0">
              <a:latin typeface="微软雅黑" panose="020B0503020204020204" pitchFamily="34" charset="-122"/>
              <a:ea typeface="微软雅黑" panose="020B0503020204020204" pitchFamily="34" charset="-122"/>
            </a:rPr>
            <a:t>RTE-</a:t>
          </a:r>
          <a:r>
            <a:rPr lang="zh-CN" altLang="en-US" sz="1300" dirty="0">
              <a:latin typeface="微软雅黑" panose="020B0503020204020204" pitchFamily="34" charset="-122"/>
              <a:ea typeface="微软雅黑" panose="020B0503020204020204" pitchFamily="34" charset="-122"/>
            </a:rPr>
            <a:t>驱动</a:t>
          </a:r>
          <a:r>
            <a:rPr lang="en-US" altLang="zh-CN" sz="1300" dirty="0">
              <a:latin typeface="微软雅黑" panose="020B0503020204020204" pitchFamily="34" charset="-122"/>
              <a:ea typeface="微软雅黑" panose="020B0503020204020204" pitchFamily="34" charset="-122"/>
            </a:rPr>
            <a:t>BSP</a:t>
          </a:r>
        </a:p>
        <a:p>
          <a:r>
            <a:rPr lang="zh-CN" altLang="en-US" sz="1300" dirty="0">
              <a:latin typeface="微软雅黑" panose="020B0503020204020204" pitchFamily="34" charset="-122"/>
              <a:ea typeface="微软雅黑" panose="020B0503020204020204" pitchFamily="34" charset="-122"/>
            </a:rPr>
            <a:t>祝田园</a:t>
          </a:r>
          <a:r>
            <a:rPr lang="en-US" altLang="zh-CN" sz="1300" dirty="0">
              <a:latin typeface="微软雅黑" panose="020B0503020204020204" pitchFamily="34" charset="-122"/>
              <a:ea typeface="微软雅黑" panose="020B0503020204020204" pitchFamily="34" charset="-122"/>
            </a:rPr>
            <a:t>/</a:t>
          </a:r>
          <a:r>
            <a:rPr lang="zh-CN" altLang="en-US" sz="1300" dirty="0">
              <a:latin typeface="微软雅黑" panose="020B0503020204020204" pitchFamily="34" charset="-122"/>
              <a:ea typeface="微软雅黑" panose="020B0503020204020204" pitchFamily="34" charset="-122"/>
            </a:rPr>
            <a:t>范沣曦</a:t>
          </a:r>
        </a:p>
      </dgm:t>
    </dgm:pt>
    <dgm:pt modelId="{62C00783-BE01-48AF-9374-5CF2F4796538}" type="sibTrans" cxnId="{C0561F48-B864-4EAD-A361-C09ADE23CA4B}">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637794E3-D225-4C1E-9ABD-BF1C22182028}" type="parTrans" cxnId="{3563B7B4-E783-4988-972A-DED02210D010}">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271E5E40-39A7-44E4-81BA-EEE4F70D7484}">
      <dgm:prSet custT="1"/>
      <dgm:spPr/>
      <dgm:t>
        <a:bodyPr/>
        <a:lstStyle/>
        <a:p>
          <a:r>
            <a:rPr lang="en-US" altLang="zh-CN" sz="1300" dirty="0">
              <a:latin typeface="微软雅黑" panose="020B0503020204020204" pitchFamily="34" charset="-122"/>
              <a:ea typeface="微软雅黑" panose="020B0503020204020204" pitchFamily="34" charset="-122"/>
            </a:rPr>
            <a:t>RTE</a:t>
          </a:r>
          <a:r>
            <a:rPr lang="zh-CN" altLang="en-US" sz="1300" dirty="0">
              <a:latin typeface="微软雅黑" panose="020B0503020204020204" pitchFamily="34" charset="-122"/>
              <a:ea typeface="微软雅黑" panose="020B0503020204020204" pitchFamily="34" charset="-122"/>
            </a:rPr>
            <a:t> </a:t>
          </a:r>
          <a:r>
            <a:rPr lang="en-US" altLang="zh-CN" sz="1300" dirty="0">
              <a:latin typeface="微软雅黑" panose="020B0503020204020204" pitchFamily="34" charset="-122"/>
              <a:ea typeface="微软雅黑" panose="020B0503020204020204" pitchFamily="34" charset="-122"/>
            </a:rPr>
            <a:t>-AVM</a:t>
          </a:r>
        </a:p>
        <a:p>
          <a:r>
            <a:rPr lang="zh-CN" altLang="en-US" sz="1300" dirty="0">
              <a:latin typeface="微软雅黑" panose="020B0503020204020204" pitchFamily="34" charset="-122"/>
              <a:ea typeface="微软雅黑" panose="020B0503020204020204" pitchFamily="34" charset="-122"/>
            </a:rPr>
            <a:t>丁柯嘉</a:t>
          </a:r>
        </a:p>
      </dgm:t>
    </dgm:pt>
    <dgm:pt modelId="{932A228E-209F-4F68-936B-54EC86410979}" type="sibTrans" cxnId="{3563B7B4-E783-4988-972A-DED02210D010}">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63166C8A-9FDD-441D-9727-CA5DA4B586DE}" type="sibTrans" cxnId="{A85BA742-D648-4698-869E-A2CA03B22D22}">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4125F008-11D3-4252-A1CA-95545E40E3D5}" type="parTrans" cxnId="{92E8F2E0-AE01-447A-9314-8EB87F61F2F6}">
      <dgm:prSet custT="1"/>
      <dgm:spPr/>
      <dgm:t>
        <a:bodyPr/>
        <a:lstStyle/>
        <a:p>
          <a:endParaRPr lang="zh-CN" altLang="en-US" sz="1300"/>
        </a:p>
      </dgm:t>
    </dgm:pt>
    <dgm:pt modelId="{4B681CAA-3C5E-4832-A63E-BC05A47AAD24}">
      <dgm:prSet custT="1"/>
      <dgm:spPr/>
      <dgm:t>
        <a:bodyPr/>
        <a:lstStyle/>
        <a:p>
          <a:r>
            <a:rPr lang="zh-CN" altLang="en-US" sz="1300" dirty="0">
              <a:solidFill>
                <a:schemeClr val="bg1"/>
              </a:solidFill>
            </a:rPr>
            <a:t>产品经理</a:t>
          </a:r>
          <a:r>
            <a:rPr lang="en-US" altLang="zh-CN" sz="1300" dirty="0">
              <a:solidFill>
                <a:schemeClr val="bg1"/>
              </a:solidFill>
            </a:rPr>
            <a:t>-</a:t>
          </a:r>
        </a:p>
        <a:p>
          <a:r>
            <a:rPr lang="zh-CN" altLang="en-US" sz="1300" dirty="0">
              <a:solidFill>
                <a:schemeClr val="bg1"/>
              </a:solidFill>
            </a:rPr>
            <a:t>李逸雯</a:t>
          </a:r>
        </a:p>
      </dgm:t>
    </dgm:pt>
    <dgm:pt modelId="{E63A5115-2889-4071-B0D8-476823B8A979}" type="sibTrans" cxnId="{92E8F2E0-AE01-447A-9314-8EB87F61F2F6}">
      <dgm:prSet custT="1"/>
      <dgm:spPr/>
      <dgm:t>
        <a:bodyPr/>
        <a:lstStyle/>
        <a:p>
          <a:endParaRPr lang="zh-CN" altLang="en-US" sz="1300"/>
        </a:p>
      </dgm:t>
    </dgm:pt>
    <dgm:pt modelId="{3078BC45-8DED-4B54-90E3-D28A86A44E28}" type="parTrans" cxnId="{362BCB61-EFBB-4998-A800-89A3A30BC1A4}">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5E0FFB19-1E5F-42BA-8485-1BF13D4030DE}">
      <dgm:prSet custT="1"/>
      <dgm:spPr/>
      <dgm:t>
        <a:bodyPr/>
        <a:lstStyle/>
        <a:p>
          <a:r>
            <a:rPr lang="zh-CN" altLang="en-US" sz="1300" dirty="0">
              <a:latin typeface="微软雅黑" panose="020B0503020204020204" pitchFamily="34" charset="-122"/>
              <a:ea typeface="微软雅黑" panose="020B0503020204020204" pitchFamily="34" charset="-122"/>
            </a:rPr>
            <a:t>软件架构</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王传鑫</a:t>
          </a:r>
        </a:p>
      </dgm:t>
    </dgm:pt>
    <dgm:pt modelId="{78B45C4C-B15E-40FD-B757-CEB13A593F0E}" type="sibTrans" cxnId="{362BCB61-EFBB-4998-A800-89A3A30BC1A4}">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CE65C85B-20FB-49F4-8B05-29C75DEF6ACB}" type="parTrans" cxnId="{E3087E89-7665-4D87-B3F3-C467A38EE126}">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003C8A1D-6393-4D82-80CC-FF01CF09A5D4}">
      <dgm:prSet custT="1"/>
      <dgm:spPr/>
      <dgm:t>
        <a:bodyPr/>
        <a:lstStyle/>
        <a:p>
          <a:r>
            <a:rPr lang="zh-CN" altLang="en-US" sz="1300" dirty="0">
              <a:solidFill>
                <a:schemeClr val="bg1"/>
              </a:solidFill>
            </a:rPr>
            <a:t>性能优化</a:t>
          </a:r>
          <a:r>
            <a:rPr lang="en-US" altLang="zh-CN" sz="1300" dirty="0">
              <a:solidFill>
                <a:schemeClr val="bg1"/>
              </a:solidFill>
            </a:rPr>
            <a:t>-</a:t>
          </a:r>
        </a:p>
        <a:p>
          <a:r>
            <a:rPr lang="zh-CN" altLang="en-US" sz="1300" dirty="0">
              <a:solidFill>
                <a:schemeClr val="bg1"/>
              </a:solidFill>
            </a:rPr>
            <a:t>易绍良</a:t>
          </a:r>
          <a:endParaRPr lang="zh-CN" altLang="en-US" sz="1300" dirty="0">
            <a:latin typeface="微软雅黑" panose="020B0503020204020204" pitchFamily="34" charset="-122"/>
            <a:ea typeface="微软雅黑" panose="020B0503020204020204" pitchFamily="34" charset="-122"/>
          </a:endParaRPr>
        </a:p>
      </dgm:t>
    </dgm:pt>
    <dgm:pt modelId="{5E04AFDC-64DE-41A5-96C9-846B51888AC8}" type="sibTrans" cxnId="{E3087E89-7665-4D87-B3F3-C467A38EE126}">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5361E1BF-4EBC-4D36-8DF8-BE90E4231BC6}" type="parTrans" cxnId="{E163692A-2EBF-46A3-8570-E2FCF22F02B6}">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40C24BB4-A30B-41A8-A473-DFC88419D742}">
      <dgm:prSet custT="1"/>
      <dgm:spPr/>
      <dgm:t>
        <a:bodyPr/>
        <a:lstStyle/>
        <a:p>
          <a:r>
            <a:rPr lang="zh-CN" altLang="en-US" sz="1300">
              <a:latin typeface="微软雅黑" panose="020B0503020204020204" pitchFamily="34" charset="-122"/>
              <a:ea typeface="微软雅黑" panose="020B0503020204020204" pitchFamily="34" charset="-122"/>
            </a:rPr>
            <a:t>系统需求</a:t>
          </a:r>
          <a:endParaRPr lang="en-US" altLang="zh-CN" sz="1300">
            <a:latin typeface="微软雅黑" panose="020B0503020204020204" pitchFamily="34" charset="-122"/>
            <a:ea typeface="微软雅黑" panose="020B0503020204020204" pitchFamily="34" charset="-122"/>
          </a:endParaRPr>
        </a:p>
        <a:p>
          <a:r>
            <a:rPr lang="zh-CN" altLang="en-US" sz="1300">
              <a:latin typeface="微软雅黑" panose="020B0503020204020204" pitchFamily="34" charset="-122"/>
              <a:ea typeface="微软雅黑" panose="020B0503020204020204" pitchFamily="34" charset="-122"/>
            </a:rPr>
            <a:t>逄晓宇</a:t>
          </a:r>
        </a:p>
      </dgm:t>
    </dgm:pt>
    <dgm:pt modelId="{022959B9-7C9E-4FC6-AC51-B3BF44007966}" type="sibTrans" cxnId="{E163692A-2EBF-46A3-8570-E2FCF22F02B6}">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EB41EF4B-5887-4FBD-80C1-9BDDFE32ADF1}" type="parTrans" cxnId="{2EC06C6C-B6D4-4C2A-BEA2-B05D1834C4CA}">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79FB67CF-A479-4E80-B471-CFFD64066790}">
      <dgm:prSet custT="1"/>
      <dgm:spPr/>
      <dgm:t>
        <a:bodyPr/>
        <a:lstStyle/>
        <a:p>
          <a:r>
            <a:rPr lang="zh-CN" altLang="en-US" sz="1300" dirty="0">
              <a:latin typeface="微软雅黑" panose="020B0503020204020204" pitchFamily="34" charset="-122"/>
              <a:ea typeface="微软雅黑" panose="020B0503020204020204" pitchFamily="34" charset="-122"/>
            </a:rPr>
            <a:t>系统架构</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王柏庆</a:t>
          </a:r>
        </a:p>
      </dgm:t>
    </dgm:pt>
    <dgm:pt modelId="{A11AE9E9-7E0D-4146-91DE-34A5C6E7F76B}" type="sibTrans" cxnId="{2EC06C6C-B6D4-4C2A-BEA2-B05D1834C4CA}">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D30EDE37-703E-4449-951B-B56B4C0C60EA}" type="parTrans" cxnId="{86C80DD9-F788-454D-B583-CC45859AB674}">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9EC656E0-6F85-4FA1-B909-C3239385BBFC}">
      <dgm:prSet custT="1"/>
      <dgm:spPr/>
      <dgm:t>
        <a:bodyPr/>
        <a:lstStyle/>
        <a:p>
          <a:r>
            <a:rPr lang="en-US" altLang="zh-CN" sz="1300" dirty="0">
              <a:latin typeface="微软雅黑" panose="020B0503020204020204" pitchFamily="34" charset="-122"/>
              <a:ea typeface="微软雅黑" panose="020B0503020204020204" pitchFamily="34" charset="-122"/>
            </a:rPr>
            <a:t>HMI</a:t>
          </a:r>
        </a:p>
        <a:p>
          <a:r>
            <a:rPr lang="zh-CN" altLang="en-US" sz="1300" dirty="0">
              <a:latin typeface="微软雅黑" panose="020B0503020204020204" pitchFamily="34" charset="-122"/>
              <a:ea typeface="微软雅黑" panose="020B0503020204020204" pitchFamily="34" charset="-122"/>
            </a:rPr>
            <a:t>朱丽娟</a:t>
          </a:r>
        </a:p>
      </dgm:t>
    </dgm:pt>
    <dgm:pt modelId="{D4D45554-F241-490B-9DBC-C4EFF6EB9530}" type="sibTrans" cxnId="{86C80DD9-F788-454D-B583-CC45859AB674}">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5FA9DC59-BD77-4A14-A3F5-8504FF2F0E39}" type="parTrans" cxnId="{D11F9741-A60D-4983-B43D-316163ACDCE7}">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ED6C582B-3AD6-4591-9026-8BC55A7229E7}">
      <dgm:prSet custT="1"/>
      <dgm:spPr/>
      <dgm:t>
        <a:bodyPr/>
        <a:lstStyle/>
        <a:p>
          <a:r>
            <a:rPr lang="zh-CN" altLang="en-US" sz="1300" dirty="0">
              <a:latin typeface="微软雅黑" panose="020B0503020204020204" pitchFamily="34" charset="-122"/>
              <a:ea typeface="微软雅黑" panose="020B0503020204020204" pitchFamily="34" charset="-122"/>
            </a:rPr>
            <a:t>外部供应商</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童昌杰</a:t>
          </a:r>
          <a:endParaRPr lang="en-US" altLang="zh-CN" sz="1300" dirty="0">
            <a:latin typeface="微软雅黑" panose="020B0503020204020204" pitchFamily="34" charset="-122"/>
            <a:ea typeface="微软雅黑" panose="020B0503020204020204" pitchFamily="34" charset="-122"/>
          </a:endParaRPr>
        </a:p>
      </dgm:t>
    </dgm:pt>
    <dgm:pt modelId="{294DEB52-E39B-47D8-8B97-ECCF0AA14504}" type="parTrans" cxnId="{0672FFC4-110C-4A54-9DF8-B2EACE284FF6}">
      <dgm:prSet custT="1"/>
      <dgm:spPr/>
      <dgm:t>
        <a:bodyPr/>
        <a:lstStyle/>
        <a:p>
          <a:endParaRPr lang="zh-CN" altLang="en-US" sz="1300"/>
        </a:p>
      </dgm:t>
    </dgm:pt>
    <dgm:pt modelId="{B374EF09-C7E5-498A-A54D-902A1C1E57EF}">
      <dgm:prSet custT="1"/>
      <dgm:spPr/>
      <dgm:t>
        <a:bodyPr/>
        <a:lstStyle/>
        <a:p>
          <a:r>
            <a:rPr lang="en-US" altLang="zh-CN" sz="1300" dirty="0">
              <a:solidFill>
                <a:srgbClr val="FFFF00"/>
              </a:solidFill>
            </a:rPr>
            <a:t>Kika</a:t>
          </a:r>
          <a:r>
            <a:rPr lang="zh-CN" altLang="en-US" sz="1300" dirty="0">
              <a:solidFill>
                <a:srgbClr val="FFFF00"/>
              </a:solidFill>
            </a:rPr>
            <a:t>输入法</a:t>
          </a:r>
          <a:endParaRPr lang="en-US" altLang="zh-CN" sz="1300" dirty="0">
            <a:solidFill>
              <a:srgbClr val="FFFF00"/>
            </a:solidFill>
          </a:endParaRPr>
        </a:p>
        <a:p>
          <a:r>
            <a:rPr lang="zh-CN" altLang="en-US" sz="1300" dirty="0">
              <a:solidFill>
                <a:srgbClr val="FFFF00"/>
              </a:solidFill>
            </a:rPr>
            <a:t>王坤</a:t>
          </a:r>
        </a:p>
      </dgm:t>
    </dgm:pt>
    <dgm:pt modelId="{B2D829D2-EE32-4317-9701-F36FB9223DF7}" type="sibTrans" cxnId="{0672FFC4-110C-4A54-9DF8-B2EACE284FF6}">
      <dgm:prSet custT="1"/>
      <dgm:spPr/>
      <dgm:t>
        <a:bodyPr/>
        <a:lstStyle/>
        <a:p>
          <a:endParaRPr lang="zh-CN" altLang="en-US" sz="1300"/>
        </a:p>
      </dgm:t>
    </dgm:pt>
    <dgm:pt modelId="{D5F5482F-6AD0-4734-9FE2-DFADFDE65366}" type="parTrans" cxnId="{250A477B-5E6F-4C19-8CCA-5C08218C383F}">
      <dgm:prSet custT="1"/>
      <dgm:spPr/>
      <dgm:t>
        <a:bodyPr/>
        <a:lstStyle/>
        <a:p>
          <a:endParaRPr lang="zh-CN" altLang="en-US" sz="1300"/>
        </a:p>
      </dgm:t>
    </dgm:pt>
    <dgm:pt modelId="{31F22A32-77B0-427E-BEA5-8A03922905BE}">
      <dgm:prSet custT="1"/>
      <dgm:spPr/>
      <dgm:t>
        <a:bodyPr/>
        <a:lstStyle/>
        <a:p>
          <a:r>
            <a:rPr lang="zh-CN" altLang="en-US" sz="1300" dirty="0"/>
            <a:t>东软导航</a:t>
          </a:r>
          <a:endParaRPr lang="en-US" altLang="zh-CN" sz="1300" dirty="0"/>
        </a:p>
        <a:p>
          <a:r>
            <a:rPr lang="zh-CN" altLang="en-US" sz="1300" dirty="0"/>
            <a:t>王坤</a:t>
          </a:r>
        </a:p>
      </dgm:t>
    </dgm:pt>
    <dgm:pt modelId="{C24A675C-2D6D-4A7A-81F8-819DEFC47C73}" type="sibTrans" cxnId="{250A477B-5E6F-4C19-8CCA-5C08218C383F}">
      <dgm:prSet custT="1"/>
      <dgm:spPr/>
      <dgm:t>
        <a:bodyPr/>
        <a:lstStyle/>
        <a:p>
          <a:endParaRPr lang="zh-CN" altLang="en-US" sz="1300"/>
        </a:p>
      </dgm:t>
    </dgm:pt>
    <dgm:pt modelId="{C7A19B55-0CAB-4604-9846-1802EA6920BA}" type="parTrans" cxnId="{18817DB6-5342-40E0-A50F-2DD90F2B6E5B}">
      <dgm:prSet custT="1"/>
      <dgm:spPr/>
      <dgm:t>
        <a:bodyPr/>
        <a:lstStyle/>
        <a:p>
          <a:endParaRPr lang="zh-CN" altLang="en-US" sz="1300"/>
        </a:p>
      </dgm:t>
    </dgm:pt>
    <dgm:pt modelId="{741C8B40-5BA5-4C3F-A585-D4CC3F83442E}">
      <dgm:prSet custT="1"/>
      <dgm:spPr/>
      <dgm:t>
        <a:bodyPr/>
        <a:lstStyle/>
        <a:p>
          <a:r>
            <a:rPr lang="en-US" altLang="zh-CN" sz="1300" dirty="0"/>
            <a:t>CPAA</a:t>
          </a:r>
          <a:r>
            <a:rPr lang="zh-CN" altLang="en-US" sz="1300" dirty="0"/>
            <a:t>认证</a:t>
          </a:r>
          <a:endParaRPr lang="en-US" altLang="zh-CN" sz="1300" dirty="0"/>
        </a:p>
        <a:p>
          <a:r>
            <a:rPr lang="zh-CN" altLang="en-US" sz="1300" dirty="0"/>
            <a:t>艾蔚</a:t>
          </a:r>
        </a:p>
      </dgm:t>
    </dgm:pt>
    <dgm:pt modelId="{E8FC6498-82D7-43AB-8863-1161DE7BE8CC}" type="sibTrans" cxnId="{18817DB6-5342-40E0-A50F-2DD90F2B6E5B}">
      <dgm:prSet custT="1"/>
      <dgm:spPr/>
      <dgm:t>
        <a:bodyPr/>
        <a:lstStyle/>
        <a:p>
          <a:endParaRPr lang="zh-CN" altLang="en-US" sz="1300"/>
        </a:p>
      </dgm:t>
    </dgm:pt>
    <dgm:pt modelId="{E396408F-EB64-4727-A10D-2148BC9C32D3}" type="parTrans" cxnId="{0AA8DB95-B0BC-42D1-8D07-8BF9ECBA3EDA}">
      <dgm:prSet custT="1"/>
      <dgm:spPr/>
      <dgm:t>
        <a:bodyPr/>
        <a:lstStyle/>
        <a:p>
          <a:endParaRPr lang="zh-CN" altLang="en-US" sz="1300"/>
        </a:p>
      </dgm:t>
    </dgm:pt>
    <dgm:pt modelId="{E9829442-40E1-4A85-A328-8E0A8ECA4D7F}">
      <dgm:prSet custT="1"/>
      <dgm:spPr/>
      <dgm:t>
        <a:bodyPr/>
        <a:lstStyle/>
        <a:p>
          <a:r>
            <a:rPr lang="zh-CN" altLang="en-US" sz="1300" dirty="0"/>
            <a:t>弗吉亚三方</a:t>
          </a:r>
          <a:r>
            <a:rPr lang="en-US" altLang="zh-CN" sz="1300" dirty="0"/>
            <a:t>App</a:t>
          </a:r>
          <a:r>
            <a:rPr lang="zh-CN" altLang="en-US" sz="1300" dirty="0"/>
            <a:t>开发</a:t>
          </a:r>
          <a:endParaRPr lang="en-US" altLang="zh-CN" sz="1300" dirty="0"/>
        </a:p>
        <a:p>
          <a:r>
            <a:rPr lang="zh-CN" altLang="en-US" sz="1300" dirty="0"/>
            <a:t>王坤</a:t>
          </a:r>
        </a:p>
      </dgm:t>
    </dgm:pt>
    <dgm:pt modelId="{3FB8410E-C1D1-4005-81A0-46D63FAF01DD}" type="sibTrans" cxnId="{0AA8DB95-B0BC-42D1-8D07-8BF9ECBA3EDA}">
      <dgm:prSet custT="1"/>
      <dgm:spPr/>
      <dgm:t>
        <a:bodyPr/>
        <a:lstStyle/>
        <a:p>
          <a:endParaRPr lang="zh-CN" altLang="en-US" sz="1300"/>
        </a:p>
      </dgm:t>
    </dgm:pt>
    <dgm:pt modelId="{AF18AE25-951F-4EDC-ADC3-E34165CB0591}" type="parTrans" cxnId="{79A2A51B-6BD5-443B-83E7-AAD9CD34B129}">
      <dgm:prSet custT="1"/>
      <dgm:spPr/>
      <dgm:t>
        <a:bodyPr/>
        <a:lstStyle/>
        <a:p>
          <a:endParaRPr lang="zh-CN" altLang="en-US" sz="1300"/>
        </a:p>
      </dgm:t>
    </dgm:pt>
    <dgm:pt modelId="{1B4D95C7-269B-473A-B681-2A6A67B5F4DB}">
      <dgm:prSet custT="1"/>
      <dgm:spPr/>
      <dgm:t>
        <a:bodyPr/>
        <a:lstStyle/>
        <a:p>
          <a:r>
            <a:rPr lang="zh-CN" altLang="en-US" sz="1300" dirty="0"/>
            <a:t>伟世通硬件</a:t>
          </a:r>
          <a:endParaRPr lang="en-US" altLang="zh-CN" sz="1300" dirty="0"/>
        </a:p>
        <a:p>
          <a:r>
            <a:rPr lang="zh-CN" altLang="en-US" sz="1300" dirty="0"/>
            <a:t>童昌杰</a:t>
          </a:r>
        </a:p>
      </dgm:t>
    </dgm:pt>
    <dgm:pt modelId="{AF2F5CED-9804-40F0-A844-8BCD2ABECA87}" type="sibTrans" cxnId="{79A2A51B-6BD5-443B-83E7-AAD9CD34B129}">
      <dgm:prSet custT="1"/>
      <dgm:spPr/>
      <dgm:t>
        <a:bodyPr/>
        <a:lstStyle/>
        <a:p>
          <a:endParaRPr lang="zh-CN" altLang="en-US" sz="1300"/>
        </a:p>
      </dgm:t>
    </dgm:pt>
    <dgm:pt modelId="{D4987264-C3B1-4D99-AB04-6C31338A25C3}" type="sibTrans" cxnId="{D11F9741-A60D-4983-B43D-316163ACDCE7}">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3D316AFF-12FB-4F44-9110-F92A3954C2E4}" type="parTrans" cxnId="{05AB397F-F963-440E-8E7A-E8F560BDC291}">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C0351724-7734-420F-B966-99F02D0105FB}">
      <dgm:prSet custT="1"/>
      <dgm:spPr/>
      <dgm:t>
        <a:bodyPr/>
        <a:lstStyle/>
        <a:p>
          <a:r>
            <a:rPr lang="zh-CN" altLang="en-US" sz="1300" dirty="0">
              <a:latin typeface="微软雅黑" panose="020B0503020204020204" pitchFamily="34" charset="-122"/>
              <a:ea typeface="微软雅黑" panose="020B0503020204020204" pitchFamily="34" charset="-122"/>
            </a:rPr>
            <a:t>信息安全</a:t>
          </a:r>
          <a:endParaRPr lang="en-US" altLang="zh-CN" sz="1300" dirty="0">
            <a:latin typeface="微软雅黑" panose="020B0503020204020204" pitchFamily="34" charset="-122"/>
            <a:ea typeface="微软雅黑" panose="020B0503020204020204" pitchFamily="34" charset="-122"/>
          </a:endParaRPr>
        </a:p>
        <a:p>
          <a:r>
            <a:rPr lang="zh-CN" altLang="en-US" sz="1300" dirty="0">
              <a:latin typeface="微软雅黑" panose="020B0503020204020204" pitchFamily="34" charset="-122"/>
              <a:ea typeface="微软雅黑" panose="020B0503020204020204" pitchFamily="34" charset="-122"/>
            </a:rPr>
            <a:t>陈闻凯</a:t>
          </a:r>
        </a:p>
      </dgm:t>
    </dgm:pt>
    <dgm:pt modelId="{17FA70DD-E518-42BE-800F-23BA2D0687A3}" type="sibTrans" cxnId="{05AB397F-F963-440E-8E7A-E8F560BDC291}">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A3272637-3BA5-4B40-9FEB-81C98C11F3AD}" type="parTrans" cxnId="{D9800243-B5CC-4345-9ECE-E41D18952ADF}">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17859754-9933-46F4-8029-AD5B150B5346}">
      <dgm:prSet custT="1"/>
      <dgm:spPr/>
      <dgm:t>
        <a:bodyPr/>
        <a:lstStyle/>
        <a:p>
          <a:r>
            <a:rPr lang="zh-CN" altLang="en-US" sz="1300">
              <a:latin typeface="微软雅黑" panose="020B0503020204020204" pitchFamily="34" charset="-122"/>
              <a:ea typeface="微软雅黑" panose="020B0503020204020204" pitchFamily="34" charset="-122"/>
            </a:rPr>
            <a:t>功能安全</a:t>
          </a:r>
          <a:endParaRPr lang="en-US" altLang="zh-CN" sz="1300">
            <a:latin typeface="微软雅黑" panose="020B0503020204020204" pitchFamily="34" charset="-122"/>
            <a:ea typeface="微软雅黑" panose="020B0503020204020204" pitchFamily="34" charset="-122"/>
          </a:endParaRPr>
        </a:p>
        <a:p>
          <a:r>
            <a:rPr lang="zh-CN" altLang="en-US" sz="1300">
              <a:latin typeface="微软雅黑" panose="020B0503020204020204" pitchFamily="34" charset="-122"/>
              <a:ea typeface="微软雅黑" panose="020B0503020204020204" pitchFamily="34" charset="-122"/>
            </a:rPr>
            <a:t>房千里</a:t>
          </a:r>
        </a:p>
      </dgm:t>
    </dgm:pt>
    <dgm:pt modelId="{885A5597-294E-4C39-B64A-EC590B649171}" type="sibTrans" cxnId="{D9800243-B5CC-4345-9ECE-E41D18952ADF}">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962185A6-1A11-4F59-A5B1-174B3F246754}" type="parTrans" cxnId="{E64D0F4C-28F7-4AEC-B31C-13E1EC63FD81}">
      <dgm:prSet custT="1"/>
      <dgm:spPr/>
      <dgm:t>
        <a:bodyPr/>
        <a:lstStyle/>
        <a:p>
          <a:endParaRPr lang="zh-CN" altLang="en-US" sz="1300"/>
        </a:p>
      </dgm:t>
    </dgm:pt>
    <dgm:pt modelId="{AC3293BF-F506-4741-903A-8C2731A27D90}">
      <dgm:prSet custT="1"/>
      <dgm:spPr/>
      <dgm:t>
        <a:bodyPr/>
        <a:lstStyle/>
        <a:p>
          <a:r>
            <a:rPr lang="zh-CN" altLang="en-US" sz="1300" dirty="0"/>
            <a:t>集成测试</a:t>
          </a:r>
          <a:endParaRPr lang="en-US" altLang="zh-CN" sz="1300" dirty="0"/>
        </a:p>
        <a:p>
          <a:r>
            <a:rPr lang="zh-CN" altLang="en-US" sz="1300" dirty="0"/>
            <a:t>尹富林</a:t>
          </a:r>
        </a:p>
      </dgm:t>
    </dgm:pt>
    <dgm:pt modelId="{8DD5CDE9-42A1-444B-8F45-07A454CAA91B}" type="sibTrans" cxnId="{E64D0F4C-28F7-4AEC-B31C-13E1EC63FD81}">
      <dgm:prSet custT="1"/>
      <dgm:spPr/>
      <dgm:t>
        <a:bodyPr/>
        <a:lstStyle/>
        <a:p>
          <a:endParaRPr lang="zh-CN" altLang="en-US" sz="1300"/>
        </a:p>
      </dgm:t>
    </dgm:pt>
    <dgm:pt modelId="{DB2D0972-9728-4059-A1EB-32B0CF4DB44C}" type="parTrans" cxnId="{FFC35C23-CFCF-44CE-A177-CCA56C90E8EC}">
      <dgm:prSet custT="1"/>
      <dgm:spPr/>
      <dgm:t>
        <a:bodyPr/>
        <a:lstStyle/>
        <a:p>
          <a:endParaRPr lang="zh-CN" altLang="en-US" sz="1300"/>
        </a:p>
      </dgm:t>
    </dgm:pt>
    <dgm:pt modelId="{542DFF50-EFA1-4288-B341-E8F8AC0DCB3A}">
      <dgm:prSet custT="1"/>
      <dgm:spPr/>
      <dgm:t>
        <a:bodyPr/>
        <a:lstStyle/>
        <a:p>
          <a:r>
            <a:rPr lang="zh-CN" altLang="en-US" sz="1300"/>
            <a:t>质量管理 </a:t>
          </a:r>
          <a:endParaRPr lang="en-US" altLang="zh-CN" sz="1300"/>
        </a:p>
        <a:p>
          <a:r>
            <a:rPr lang="zh-CN" altLang="en-US" sz="1300"/>
            <a:t>瞿欢</a:t>
          </a:r>
        </a:p>
      </dgm:t>
    </dgm:pt>
    <dgm:pt modelId="{7BC6A73B-0A56-45F6-9F46-BC1F3DF403AD}" type="sibTrans" cxnId="{FFC35C23-CFCF-44CE-A177-CCA56C90E8EC}">
      <dgm:prSet custT="1"/>
      <dgm:spPr/>
      <dgm:t>
        <a:bodyPr/>
        <a:lstStyle/>
        <a:p>
          <a:endParaRPr lang="zh-CN" altLang="en-US" sz="1300"/>
        </a:p>
      </dgm:t>
    </dgm:pt>
    <dgm:pt modelId="{BAE00D6E-6E2D-422A-9494-828EA00313EF}" type="parTrans" cxnId="{6D9EFD9A-E592-4D03-AAEF-933C77C0AFB2}">
      <dgm:prSet custT="1"/>
      <dgm:spPr/>
      <dgm:t>
        <a:bodyPr/>
        <a:lstStyle/>
        <a:p>
          <a:endParaRPr lang="zh-CN" altLang="en-US" sz="1300"/>
        </a:p>
      </dgm:t>
    </dgm:pt>
    <dgm:pt modelId="{17017CEF-4993-4F55-9E78-A179184F482B}">
      <dgm:prSet custT="1"/>
      <dgm:spPr/>
      <dgm:t>
        <a:bodyPr/>
        <a:lstStyle/>
        <a:p>
          <a:r>
            <a:rPr lang="zh-CN" altLang="en-US" sz="1300" dirty="0"/>
            <a:t>认证</a:t>
          </a:r>
          <a:endParaRPr lang="en-US" altLang="zh-CN" sz="1300" dirty="0"/>
        </a:p>
        <a:p>
          <a:r>
            <a:rPr lang="zh-CN" altLang="en-US" sz="1300" dirty="0"/>
            <a:t>高全斌</a:t>
          </a:r>
        </a:p>
      </dgm:t>
    </dgm:pt>
    <dgm:pt modelId="{8C544D17-6E3C-467C-AAE6-FDDED777C30E}" type="sibTrans" cxnId="{6D9EFD9A-E592-4D03-AAEF-933C77C0AFB2}">
      <dgm:prSet custT="1"/>
      <dgm:spPr/>
      <dgm:t>
        <a:bodyPr/>
        <a:lstStyle/>
        <a:p>
          <a:endParaRPr lang="zh-CN" altLang="en-US" sz="1300"/>
        </a:p>
      </dgm:t>
    </dgm:pt>
    <dgm:pt modelId="{18057702-C875-448C-86AC-0FC79D592F2A}" type="sibTrans" cxnId="{5CDCD201-C044-4232-BF5B-DAC8098E7ECB}">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F1F0D22B-2BAE-4ED6-B29D-E743156374C8}" type="sibTrans" cxnId="{6FC18C16-7680-4828-B01D-32302DB75A9A}">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DCC1F081-DA0A-4495-B1FF-9F830F48DDD7}" type="sibTrans" cxnId="{294F2C52-DE87-4C3D-9B8B-8750BE7E2125}">
      <dgm:prSet custT="1"/>
      <dgm:spPr/>
      <dgm:t>
        <a:bodyPr/>
        <a:lstStyle/>
        <a:p>
          <a:endParaRPr lang="zh-CN" altLang="en-US" sz="1300">
            <a:latin typeface="微软雅黑" panose="020B0503020204020204" pitchFamily="34" charset="-122"/>
            <a:ea typeface="微软雅黑" panose="020B0503020204020204" pitchFamily="34" charset="-122"/>
          </a:endParaRPr>
        </a:p>
      </dgm:t>
    </dgm:pt>
    <dgm:pt modelId="{89F238DE-0AA3-4096-96B9-FB47756C7BBE}">
      <dgm:prSet custT="1"/>
      <dgm:spPr/>
      <dgm:t>
        <a:bodyPr/>
        <a:lstStyle/>
        <a:p>
          <a:r>
            <a:rPr lang="en-US" altLang="zh-CN" sz="1300" dirty="0">
              <a:latin typeface="微软雅黑" panose="020B0503020204020204" pitchFamily="34" charset="-122"/>
              <a:ea typeface="微软雅黑" panose="020B0503020204020204" pitchFamily="34" charset="-122"/>
            </a:rPr>
            <a:t>RTE-</a:t>
          </a:r>
          <a:r>
            <a:rPr lang="zh-CN" altLang="en-US" sz="1300" dirty="0">
              <a:latin typeface="微软雅黑" panose="020B0503020204020204" pitchFamily="34" charset="-122"/>
              <a:ea typeface="微软雅黑" panose="020B0503020204020204" pitchFamily="34" charset="-122"/>
            </a:rPr>
            <a:t>仪表</a:t>
          </a:r>
          <a:r>
            <a:rPr lang="en-US" altLang="zh-CN" sz="1300" dirty="0">
              <a:latin typeface="微软雅黑" panose="020B0503020204020204" pitchFamily="34" charset="-122"/>
              <a:ea typeface="微软雅黑" panose="020B0503020204020204" pitchFamily="34" charset="-122"/>
            </a:rPr>
            <a:t>APP</a:t>
          </a:r>
        </a:p>
        <a:p>
          <a:r>
            <a:rPr lang="zh-CN" altLang="en-US" sz="1300" dirty="0">
              <a:latin typeface="微软雅黑" panose="020B0503020204020204" pitchFamily="34" charset="-122"/>
              <a:ea typeface="微软雅黑" panose="020B0503020204020204" pitchFamily="34" charset="-122"/>
            </a:rPr>
            <a:t>贺雄</a:t>
          </a:r>
        </a:p>
      </dgm:t>
    </dgm:pt>
    <dgm:pt modelId="{F5F63E9F-3D61-4DFE-A366-80EEE993C025}" type="parTrans" cxnId="{F7DFAA7B-451A-427E-936E-3C5D9A1DF876}">
      <dgm:prSet/>
      <dgm:spPr/>
      <dgm:t>
        <a:bodyPr/>
        <a:lstStyle/>
        <a:p>
          <a:endParaRPr lang="zh-CN" altLang="en-US"/>
        </a:p>
      </dgm:t>
    </dgm:pt>
    <dgm:pt modelId="{95239811-7E31-43A8-9058-A0C615F27A80}" type="sibTrans" cxnId="{F7DFAA7B-451A-427E-936E-3C5D9A1DF876}">
      <dgm:prSet/>
      <dgm:spPr/>
      <dgm:t>
        <a:bodyPr/>
        <a:lstStyle/>
        <a:p>
          <a:endParaRPr lang="zh-CN" altLang="en-US"/>
        </a:p>
      </dgm:t>
    </dgm:pt>
    <dgm:pt modelId="{960F349F-281D-4478-9822-0B84C0FCB136}" type="pres">
      <dgm:prSet presAssocID="{B9C1EBB9-81FB-49EC-92C0-CB83B0B7ACCB}" presName="mainComposite" presStyleCnt="0">
        <dgm:presLayoutVars>
          <dgm:chPref val="1"/>
          <dgm:dir/>
          <dgm:animOne val="branch"/>
          <dgm:animLvl val="lvl"/>
          <dgm:resizeHandles val="exact"/>
        </dgm:presLayoutVars>
      </dgm:prSet>
      <dgm:spPr/>
    </dgm:pt>
    <dgm:pt modelId="{C30D4C49-3FB7-4F4A-812E-EE931DCBAC38}" type="pres">
      <dgm:prSet presAssocID="{B9C1EBB9-81FB-49EC-92C0-CB83B0B7ACCB}" presName="hierFlow" presStyleCnt="0"/>
      <dgm:spPr/>
    </dgm:pt>
    <dgm:pt modelId="{927E1142-B675-44E4-BC34-9E16702B7CE1}" type="pres">
      <dgm:prSet presAssocID="{B9C1EBB9-81FB-49EC-92C0-CB83B0B7ACCB}" presName="hierChild1" presStyleCnt="0">
        <dgm:presLayoutVars>
          <dgm:chPref val="1"/>
          <dgm:animOne val="branch"/>
          <dgm:animLvl val="lvl"/>
        </dgm:presLayoutVars>
      </dgm:prSet>
      <dgm:spPr/>
    </dgm:pt>
    <dgm:pt modelId="{D198DA29-44E9-44F9-B8E8-C9A0DB24A134}" type="pres">
      <dgm:prSet presAssocID="{684248BF-3C11-48D2-8137-68A49A7B5D2C}" presName="Name14" presStyleCnt="0"/>
      <dgm:spPr/>
    </dgm:pt>
    <dgm:pt modelId="{E8E5D52E-777F-4522-85DC-812790865A7F}" type="pres">
      <dgm:prSet presAssocID="{684248BF-3C11-48D2-8137-68A49A7B5D2C}" presName="level1Shape" presStyleLbl="node0" presStyleIdx="0" presStyleCnt="1" custScaleX="144364" custScaleY="109708" custLinFactNeighborX="1586" custLinFactNeighborY="2880">
        <dgm:presLayoutVars>
          <dgm:chPref val="3"/>
        </dgm:presLayoutVars>
      </dgm:prSet>
      <dgm:spPr/>
    </dgm:pt>
    <dgm:pt modelId="{D68B8A56-0DA6-4400-9E3C-AD163298A51A}" type="pres">
      <dgm:prSet presAssocID="{684248BF-3C11-48D2-8137-68A49A7B5D2C}" presName="hierChild2" presStyleCnt="0"/>
      <dgm:spPr/>
    </dgm:pt>
    <dgm:pt modelId="{CFF0E150-BB01-4791-8A6E-DEEF4FE93727}" type="pres">
      <dgm:prSet presAssocID="{CAE01D66-494D-498A-8D87-C42B4C539CFD}" presName="Name19" presStyleLbl="parChTrans1D2" presStyleIdx="0" presStyleCnt="1"/>
      <dgm:spPr/>
    </dgm:pt>
    <dgm:pt modelId="{467B7227-6EE2-4B11-B495-EF33E420CC60}" type="pres">
      <dgm:prSet presAssocID="{00DA862D-D45B-4EBD-A5B0-A35CD1D24EAD}" presName="Name21" presStyleCnt="0"/>
      <dgm:spPr/>
    </dgm:pt>
    <dgm:pt modelId="{E3B7F6F1-1883-4F70-948E-505EE45C59DA}" type="pres">
      <dgm:prSet presAssocID="{00DA862D-D45B-4EBD-A5B0-A35CD1D24EAD}" presName="level2Shape" presStyleLbl="node2" presStyleIdx="0" presStyleCnt="1" custScaleX="152042" custScaleY="126112"/>
      <dgm:spPr/>
    </dgm:pt>
    <dgm:pt modelId="{07D86439-2B2F-4A59-83E8-D3ED73D2432D}" type="pres">
      <dgm:prSet presAssocID="{00DA862D-D45B-4EBD-A5B0-A35CD1D24EAD}" presName="hierChild3" presStyleCnt="0"/>
      <dgm:spPr/>
    </dgm:pt>
    <dgm:pt modelId="{D91B020D-590A-4668-9AA4-BA954F67BAA3}" type="pres">
      <dgm:prSet presAssocID="{E1A45AD7-57A6-4428-845F-7A53229BBF0F}" presName="Name19" presStyleLbl="parChTrans1D3" presStyleIdx="0" presStyleCnt="1"/>
      <dgm:spPr/>
    </dgm:pt>
    <dgm:pt modelId="{65414071-3B7C-4EFA-8529-87EC629D5DE8}" type="pres">
      <dgm:prSet presAssocID="{019D2B53-8351-463A-9673-67DA001634FE}" presName="Name21" presStyleCnt="0"/>
      <dgm:spPr/>
    </dgm:pt>
    <dgm:pt modelId="{FA761503-4A67-45BD-ADBF-D28E96865A8D}" type="pres">
      <dgm:prSet presAssocID="{019D2B53-8351-463A-9673-67DA001634FE}" presName="level2Shape" presStyleLbl="node3" presStyleIdx="0" presStyleCnt="1" custScaleX="171240" custScaleY="92491"/>
      <dgm:spPr/>
    </dgm:pt>
    <dgm:pt modelId="{116FE381-72BA-49B5-8B3F-5D5D420FFBE5}" type="pres">
      <dgm:prSet presAssocID="{019D2B53-8351-463A-9673-67DA001634FE}" presName="hierChild3" presStyleCnt="0"/>
      <dgm:spPr/>
    </dgm:pt>
    <dgm:pt modelId="{45746147-5E8C-4436-8EBF-6C62BC65604F}" type="pres">
      <dgm:prSet presAssocID="{DA39528A-072C-4820-8487-3D57B96F4BC5}" presName="Name19" presStyleLbl="parChTrans1D4" presStyleIdx="0" presStyleCnt="23"/>
      <dgm:spPr/>
    </dgm:pt>
    <dgm:pt modelId="{326919CD-6458-4A1A-8ED6-0C497FDD3968}" type="pres">
      <dgm:prSet presAssocID="{2C655039-878C-4E20-8965-AA69E2546D7E}" presName="Name21" presStyleCnt="0"/>
      <dgm:spPr/>
    </dgm:pt>
    <dgm:pt modelId="{EEB25EB1-9588-4802-AD29-8820C97D3868}" type="pres">
      <dgm:prSet presAssocID="{2C655039-878C-4E20-8965-AA69E2546D7E}" presName="level2Shape" presStyleLbl="node4" presStyleIdx="0" presStyleCnt="23" custScaleX="156603" custScaleY="115958"/>
      <dgm:spPr/>
    </dgm:pt>
    <dgm:pt modelId="{2E79C81E-3EC2-479E-8284-7F5C79FF1AF5}" type="pres">
      <dgm:prSet presAssocID="{2C655039-878C-4E20-8965-AA69E2546D7E}" presName="hierChild3" presStyleCnt="0"/>
      <dgm:spPr/>
    </dgm:pt>
    <dgm:pt modelId="{D6419BED-0DE1-43FF-BC5E-B8188D52723A}" type="pres">
      <dgm:prSet presAssocID="{E2D27AAF-A57D-48F3-A6BA-A9B8A883F10F}" presName="Name19" presStyleLbl="parChTrans1D4" presStyleIdx="1" presStyleCnt="23"/>
      <dgm:spPr/>
    </dgm:pt>
    <dgm:pt modelId="{42103664-38A5-47DA-AEC4-F540B21EE003}" type="pres">
      <dgm:prSet presAssocID="{24AC5864-6CC6-4743-9F85-C895588FED37}" presName="Name21" presStyleCnt="0"/>
      <dgm:spPr/>
    </dgm:pt>
    <dgm:pt modelId="{8CC628DE-0136-4184-8FDB-C55F972CBA26}" type="pres">
      <dgm:prSet presAssocID="{24AC5864-6CC6-4743-9F85-C895588FED37}" presName="level2Shape" presStyleLbl="node4" presStyleIdx="1" presStyleCnt="23" custScaleX="105166" custScaleY="111108"/>
      <dgm:spPr/>
    </dgm:pt>
    <dgm:pt modelId="{4BB70D57-4B69-49C3-8356-39DBAB86084F}" type="pres">
      <dgm:prSet presAssocID="{24AC5864-6CC6-4743-9F85-C895588FED37}" presName="hierChild3" presStyleCnt="0"/>
      <dgm:spPr/>
    </dgm:pt>
    <dgm:pt modelId="{8AE2AF57-C44D-4D4C-95AD-284358067682}" type="pres">
      <dgm:prSet presAssocID="{F5F63E9F-3D61-4DFE-A366-80EEE993C025}" presName="Name19" presStyleLbl="parChTrans1D4" presStyleIdx="2" presStyleCnt="23"/>
      <dgm:spPr/>
    </dgm:pt>
    <dgm:pt modelId="{7753FBE8-67B0-40C8-B010-DB5E5DC57348}" type="pres">
      <dgm:prSet presAssocID="{89F238DE-0AA3-4096-96B9-FB47756C7BBE}" presName="Name21" presStyleCnt="0"/>
      <dgm:spPr/>
    </dgm:pt>
    <dgm:pt modelId="{6CC8A211-58C1-4F28-83C8-EA6CA81CEA46}" type="pres">
      <dgm:prSet presAssocID="{89F238DE-0AA3-4096-96B9-FB47756C7BBE}" presName="level2Shape" presStyleLbl="node4" presStyleIdx="2" presStyleCnt="23" custScaleX="95577" custScaleY="156300"/>
      <dgm:spPr/>
    </dgm:pt>
    <dgm:pt modelId="{0AA5F9E1-374D-40A7-A38B-ED2CBD520198}" type="pres">
      <dgm:prSet presAssocID="{89F238DE-0AA3-4096-96B9-FB47756C7BBE}" presName="hierChild3" presStyleCnt="0"/>
      <dgm:spPr/>
    </dgm:pt>
    <dgm:pt modelId="{D864AEBD-4CFB-4260-B5C4-B20156A77A25}" type="pres">
      <dgm:prSet presAssocID="{2978EA0F-7F22-4E1A-B7FB-CD11F7039BAB}" presName="Name19" presStyleLbl="parChTrans1D4" presStyleIdx="3" presStyleCnt="23"/>
      <dgm:spPr/>
    </dgm:pt>
    <dgm:pt modelId="{A151402B-65D3-47F5-A5AB-3A4E28F9F89F}" type="pres">
      <dgm:prSet presAssocID="{7B94BDAE-D712-4811-9BF0-69109CB08388}" presName="Name21" presStyleCnt="0"/>
      <dgm:spPr/>
    </dgm:pt>
    <dgm:pt modelId="{3FD9A99D-E26B-4A31-A5DD-29D0E57F879C}" type="pres">
      <dgm:prSet presAssocID="{7B94BDAE-D712-4811-9BF0-69109CB08388}" presName="level2Shape" presStyleLbl="node4" presStyleIdx="3" presStyleCnt="23" custScaleX="115157" custScaleY="215153"/>
      <dgm:spPr/>
    </dgm:pt>
    <dgm:pt modelId="{635D18D1-F60A-4BE1-8E97-7C4D4E7F57BC}" type="pres">
      <dgm:prSet presAssocID="{7B94BDAE-D712-4811-9BF0-69109CB08388}" presName="hierChild3" presStyleCnt="0"/>
      <dgm:spPr/>
    </dgm:pt>
    <dgm:pt modelId="{23BEBFF1-26ED-4B4D-94D3-E4EF26BDD280}" type="pres">
      <dgm:prSet presAssocID="{3F68B1FE-6A24-45C8-BF1D-1C0552AFE5DF}" presName="Name19" presStyleLbl="parChTrans1D4" presStyleIdx="4" presStyleCnt="23"/>
      <dgm:spPr/>
    </dgm:pt>
    <dgm:pt modelId="{F3840DF1-AE10-4D7C-AD48-447A531EA6FF}" type="pres">
      <dgm:prSet presAssocID="{631532F3-13F0-4B18-B3E4-48DC11E38CED}" presName="Name21" presStyleCnt="0"/>
      <dgm:spPr/>
    </dgm:pt>
    <dgm:pt modelId="{9A040494-7EBB-457C-B04F-DD9170E68733}" type="pres">
      <dgm:prSet presAssocID="{631532F3-13F0-4B18-B3E4-48DC11E38CED}" presName="level2Shape" presStyleLbl="node4" presStyleIdx="4" presStyleCnt="23" custScaleX="114525" custScaleY="131489"/>
      <dgm:spPr/>
    </dgm:pt>
    <dgm:pt modelId="{53A43C3C-D6AB-491D-B3A9-4162047C017C}" type="pres">
      <dgm:prSet presAssocID="{631532F3-13F0-4B18-B3E4-48DC11E38CED}" presName="hierChild3" presStyleCnt="0"/>
      <dgm:spPr/>
    </dgm:pt>
    <dgm:pt modelId="{016F4319-81D0-4C72-A891-A2FECF4D14A3}" type="pres">
      <dgm:prSet presAssocID="{637794E3-D225-4C1E-9ABD-BF1C22182028}" presName="Name19" presStyleLbl="parChTrans1D4" presStyleIdx="5" presStyleCnt="23"/>
      <dgm:spPr/>
    </dgm:pt>
    <dgm:pt modelId="{D21C7E08-FF64-4574-9628-8F0187BE7E91}" type="pres">
      <dgm:prSet presAssocID="{271E5E40-39A7-44E4-81BA-EEE4F70D7484}" presName="Name21" presStyleCnt="0"/>
      <dgm:spPr/>
    </dgm:pt>
    <dgm:pt modelId="{AD8074EF-8A7C-4762-8009-76A1F2961BC0}" type="pres">
      <dgm:prSet presAssocID="{271E5E40-39A7-44E4-81BA-EEE4F70D7484}" presName="level2Shape" presStyleLbl="node4" presStyleIdx="5" presStyleCnt="23" custScaleX="99025" custScaleY="129661"/>
      <dgm:spPr/>
    </dgm:pt>
    <dgm:pt modelId="{0CE16C0F-82C7-4CC0-BB9C-CF63D664138A}" type="pres">
      <dgm:prSet presAssocID="{271E5E40-39A7-44E4-81BA-EEE4F70D7484}" presName="hierChild3" presStyleCnt="0"/>
      <dgm:spPr/>
    </dgm:pt>
    <dgm:pt modelId="{67968178-231A-4C69-8864-9DE00B5A7E79}" type="pres">
      <dgm:prSet presAssocID="{4125F008-11D3-4252-A1CA-95545E40E3D5}" presName="Name19" presStyleLbl="parChTrans1D4" presStyleIdx="6" presStyleCnt="23"/>
      <dgm:spPr/>
    </dgm:pt>
    <dgm:pt modelId="{18F9902A-D8B1-4D0F-A43D-489D89EC632C}" type="pres">
      <dgm:prSet presAssocID="{4B681CAA-3C5E-4832-A63E-BC05A47AAD24}" presName="Name21" presStyleCnt="0"/>
      <dgm:spPr/>
    </dgm:pt>
    <dgm:pt modelId="{C435C9A0-F231-4957-B876-154A89557E1D}" type="pres">
      <dgm:prSet presAssocID="{4B681CAA-3C5E-4832-A63E-BC05A47AAD24}" presName="level2Shape" presStyleLbl="node4" presStyleIdx="6" presStyleCnt="23" custScaleX="130170" custScaleY="100008"/>
      <dgm:spPr/>
    </dgm:pt>
    <dgm:pt modelId="{A7ED44F1-15E9-4779-8B3B-DEB0C2C56CC1}" type="pres">
      <dgm:prSet presAssocID="{4B681CAA-3C5E-4832-A63E-BC05A47AAD24}" presName="hierChild3" presStyleCnt="0"/>
      <dgm:spPr/>
    </dgm:pt>
    <dgm:pt modelId="{F8F9D66B-062E-479C-8615-EC4A6C34152A}" type="pres">
      <dgm:prSet presAssocID="{3078BC45-8DED-4B54-90E3-D28A86A44E28}" presName="Name19" presStyleLbl="parChTrans1D4" presStyleIdx="7" presStyleCnt="23"/>
      <dgm:spPr/>
    </dgm:pt>
    <dgm:pt modelId="{2D98D97E-224B-471B-9804-0E2AC08E3B82}" type="pres">
      <dgm:prSet presAssocID="{5E0FFB19-1E5F-42BA-8485-1BF13D4030DE}" presName="Name21" presStyleCnt="0"/>
      <dgm:spPr/>
    </dgm:pt>
    <dgm:pt modelId="{5F777D27-35FF-4E83-918D-E3306AB22511}" type="pres">
      <dgm:prSet presAssocID="{5E0FFB19-1E5F-42BA-8485-1BF13D4030DE}" presName="level2Shape" presStyleLbl="node4" presStyleIdx="7" presStyleCnt="23" custScaleX="142625" custScaleY="93979"/>
      <dgm:spPr/>
    </dgm:pt>
    <dgm:pt modelId="{F503B6EA-1E04-49E8-86A6-E8AD248B6866}" type="pres">
      <dgm:prSet presAssocID="{5E0FFB19-1E5F-42BA-8485-1BF13D4030DE}" presName="hierChild3" presStyleCnt="0"/>
      <dgm:spPr/>
    </dgm:pt>
    <dgm:pt modelId="{EA799F3A-69F4-4D8E-BDE4-C8EC2ADF1E32}" type="pres">
      <dgm:prSet presAssocID="{CE65C85B-20FB-49F4-8B05-29C75DEF6ACB}" presName="Name19" presStyleLbl="parChTrans1D4" presStyleIdx="8" presStyleCnt="23"/>
      <dgm:spPr/>
    </dgm:pt>
    <dgm:pt modelId="{CBBDFFD2-CCFE-4F36-AF2E-81F6B1EFF516}" type="pres">
      <dgm:prSet presAssocID="{003C8A1D-6393-4D82-80CC-FF01CF09A5D4}" presName="Name21" presStyleCnt="0"/>
      <dgm:spPr/>
    </dgm:pt>
    <dgm:pt modelId="{6E5147A5-A269-4D93-855F-85507CDA5D18}" type="pres">
      <dgm:prSet presAssocID="{003C8A1D-6393-4D82-80CC-FF01CF09A5D4}" presName="level2Shape" presStyleLbl="node4" presStyleIdx="8" presStyleCnt="23"/>
      <dgm:spPr/>
    </dgm:pt>
    <dgm:pt modelId="{DDAD1923-C244-481C-9885-588826893779}" type="pres">
      <dgm:prSet presAssocID="{003C8A1D-6393-4D82-80CC-FF01CF09A5D4}" presName="hierChild3" presStyleCnt="0"/>
      <dgm:spPr/>
    </dgm:pt>
    <dgm:pt modelId="{E0B3242B-E948-4161-9750-E31C58D901A8}" type="pres">
      <dgm:prSet presAssocID="{5361E1BF-4EBC-4D36-8DF8-BE90E4231BC6}" presName="Name19" presStyleLbl="parChTrans1D4" presStyleIdx="9" presStyleCnt="23"/>
      <dgm:spPr/>
    </dgm:pt>
    <dgm:pt modelId="{72664677-5742-4BF0-8808-DD87BEDF8F31}" type="pres">
      <dgm:prSet presAssocID="{40C24BB4-A30B-41A8-A473-DFC88419D742}" presName="Name21" presStyleCnt="0"/>
      <dgm:spPr/>
    </dgm:pt>
    <dgm:pt modelId="{E3227F66-175E-401C-BEA1-388576B824C5}" type="pres">
      <dgm:prSet presAssocID="{40C24BB4-A30B-41A8-A473-DFC88419D742}" presName="level2Shape" presStyleLbl="node4" presStyleIdx="9" presStyleCnt="23" custScaleX="92547" custScaleY="114182"/>
      <dgm:spPr/>
    </dgm:pt>
    <dgm:pt modelId="{4F259A70-64E8-4D10-A799-4CDAF39CBC29}" type="pres">
      <dgm:prSet presAssocID="{40C24BB4-A30B-41A8-A473-DFC88419D742}" presName="hierChild3" presStyleCnt="0"/>
      <dgm:spPr/>
    </dgm:pt>
    <dgm:pt modelId="{C7BA4AE7-8954-415B-9697-3BD2107CC453}" type="pres">
      <dgm:prSet presAssocID="{EB41EF4B-5887-4FBD-80C1-9BDDFE32ADF1}" presName="Name19" presStyleLbl="parChTrans1D4" presStyleIdx="10" presStyleCnt="23"/>
      <dgm:spPr/>
    </dgm:pt>
    <dgm:pt modelId="{2D28004F-2246-4057-B2BE-F628498CA236}" type="pres">
      <dgm:prSet presAssocID="{79FB67CF-A479-4E80-B471-CFFD64066790}" presName="Name21" presStyleCnt="0"/>
      <dgm:spPr/>
    </dgm:pt>
    <dgm:pt modelId="{9C7F7735-F7DB-4697-86BF-D771755A092C}" type="pres">
      <dgm:prSet presAssocID="{79FB67CF-A479-4E80-B471-CFFD64066790}" presName="level2Shape" presStyleLbl="node4" presStyleIdx="10" presStyleCnt="23" custScaleX="135001" custScaleY="99142"/>
      <dgm:spPr/>
    </dgm:pt>
    <dgm:pt modelId="{F35E2218-7E3A-4F2B-AA96-B861E49E5FA0}" type="pres">
      <dgm:prSet presAssocID="{79FB67CF-A479-4E80-B471-CFFD64066790}" presName="hierChild3" presStyleCnt="0"/>
      <dgm:spPr/>
    </dgm:pt>
    <dgm:pt modelId="{67441157-BCAA-4DF3-B974-47F2F337BB69}" type="pres">
      <dgm:prSet presAssocID="{D30EDE37-703E-4449-951B-B56B4C0C60EA}" presName="Name19" presStyleLbl="parChTrans1D4" presStyleIdx="11" presStyleCnt="23"/>
      <dgm:spPr/>
    </dgm:pt>
    <dgm:pt modelId="{3A37CA30-A128-43D2-B7A0-25D07129CD20}" type="pres">
      <dgm:prSet presAssocID="{9EC656E0-6F85-4FA1-B909-C3239385BBFC}" presName="Name21" presStyleCnt="0"/>
      <dgm:spPr/>
    </dgm:pt>
    <dgm:pt modelId="{3E432FCF-8F94-4186-98B7-C89883AC6B36}" type="pres">
      <dgm:prSet presAssocID="{9EC656E0-6F85-4FA1-B909-C3239385BBFC}" presName="level2Shape" presStyleLbl="node4" presStyleIdx="11" presStyleCnt="23"/>
      <dgm:spPr/>
    </dgm:pt>
    <dgm:pt modelId="{078A5A5B-2A1E-4CBC-A7D0-81D8E72F29AD}" type="pres">
      <dgm:prSet presAssocID="{9EC656E0-6F85-4FA1-B909-C3239385BBFC}" presName="hierChild3" presStyleCnt="0"/>
      <dgm:spPr/>
    </dgm:pt>
    <dgm:pt modelId="{504BD47B-D784-4ED2-BA72-6FB177A1AAA9}" type="pres">
      <dgm:prSet presAssocID="{5FA9DC59-BD77-4A14-A3F5-8504FF2F0E39}" presName="Name19" presStyleLbl="parChTrans1D4" presStyleIdx="12" presStyleCnt="23"/>
      <dgm:spPr/>
    </dgm:pt>
    <dgm:pt modelId="{6B9FE425-74E9-4619-80EC-36F988A40DE1}" type="pres">
      <dgm:prSet presAssocID="{ED6C582B-3AD6-4591-9026-8BC55A7229E7}" presName="Name21" presStyleCnt="0"/>
      <dgm:spPr/>
    </dgm:pt>
    <dgm:pt modelId="{4A3D04DC-E9C2-48FD-87F9-5CE9A2B2E4C4}" type="pres">
      <dgm:prSet presAssocID="{ED6C582B-3AD6-4591-9026-8BC55A7229E7}" presName="level2Shape" presStyleLbl="node4" presStyleIdx="12" presStyleCnt="23" custScaleX="141563" custScaleY="160433"/>
      <dgm:spPr/>
    </dgm:pt>
    <dgm:pt modelId="{E2AF3D03-B36C-4517-B45D-8DE27D638874}" type="pres">
      <dgm:prSet presAssocID="{ED6C582B-3AD6-4591-9026-8BC55A7229E7}" presName="hierChild3" presStyleCnt="0"/>
      <dgm:spPr/>
    </dgm:pt>
    <dgm:pt modelId="{F0F349FD-CA07-4C9E-A21B-50A385701607}" type="pres">
      <dgm:prSet presAssocID="{294DEB52-E39B-47D8-8B97-ECCF0AA14504}" presName="Name19" presStyleLbl="parChTrans1D4" presStyleIdx="13" presStyleCnt="23"/>
      <dgm:spPr/>
    </dgm:pt>
    <dgm:pt modelId="{E020733A-1B19-47E9-A4E7-0370443B3690}" type="pres">
      <dgm:prSet presAssocID="{B374EF09-C7E5-498A-A54D-902A1C1E57EF}" presName="Name21" presStyleCnt="0"/>
      <dgm:spPr/>
    </dgm:pt>
    <dgm:pt modelId="{2347693B-44AE-4444-B229-CF6D8D5496AA}" type="pres">
      <dgm:prSet presAssocID="{B374EF09-C7E5-498A-A54D-902A1C1E57EF}" presName="level2Shape" presStyleLbl="node4" presStyleIdx="13" presStyleCnt="23" custScaleX="129912" custScaleY="116385"/>
      <dgm:spPr/>
    </dgm:pt>
    <dgm:pt modelId="{4976CC6C-84CC-4590-AEB7-07B6DDC134E8}" type="pres">
      <dgm:prSet presAssocID="{B374EF09-C7E5-498A-A54D-902A1C1E57EF}" presName="hierChild3" presStyleCnt="0"/>
      <dgm:spPr/>
    </dgm:pt>
    <dgm:pt modelId="{B53FB79F-C44F-408F-9AE5-3218A8FA6032}" type="pres">
      <dgm:prSet presAssocID="{D5F5482F-6AD0-4734-9FE2-DFADFDE65366}" presName="Name19" presStyleLbl="parChTrans1D4" presStyleIdx="14" presStyleCnt="23"/>
      <dgm:spPr/>
    </dgm:pt>
    <dgm:pt modelId="{AFAF3E1C-7B3B-4D17-A4C7-C5A3AE3DE561}" type="pres">
      <dgm:prSet presAssocID="{31F22A32-77B0-427E-BEA5-8A03922905BE}" presName="Name21" presStyleCnt="0"/>
      <dgm:spPr/>
    </dgm:pt>
    <dgm:pt modelId="{504A7213-4D7A-4896-983D-3366A019F226}" type="pres">
      <dgm:prSet presAssocID="{31F22A32-77B0-427E-BEA5-8A03922905BE}" presName="level2Shape" presStyleLbl="node4" presStyleIdx="14" presStyleCnt="23"/>
      <dgm:spPr/>
    </dgm:pt>
    <dgm:pt modelId="{2E74D025-1A1B-4250-924B-243EFA3DB645}" type="pres">
      <dgm:prSet presAssocID="{31F22A32-77B0-427E-BEA5-8A03922905BE}" presName="hierChild3" presStyleCnt="0"/>
      <dgm:spPr/>
    </dgm:pt>
    <dgm:pt modelId="{5B305256-9BC1-4720-85A0-30500880478E}" type="pres">
      <dgm:prSet presAssocID="{C7A19B55-0CAB-4604-9846-1802EA6920BA}" presName="Name19" presStyleLbl="parChTrans1D4" presStyleIdx="15" presStyleCnt="23"/>
      <dgm:spPr/>
    </dgm:pt>
    <dgm:pt modelId="{90EED147-8F93-487A-A383-5BF746C3B464}" type="pres">
      <dgm:prSet presAssocID="{741C8B40-5BA5-4C3F-A585-D4CC3F83442E}" presName="Name21" presStyleCnt="0"/>
      <dgm:spPr/>
    </dgm:pt>
    <dgm:pt modelId="{952F88AB-DF3F-4D73-B13F-72C4F18FBADC}" type="pres">
      <dgm:prSet presAssocID="{741C8B40-5BA5-4C3F-A585-D4CC3F83442E}" presName="level2Shape" presStyleLbl="node4" presStyleIdx="15" presStyleCnt="23"/>
      <dgm:spPr/>
    </dgm:pt>
    <dgm:pt modelId="{4D89F7B7-75C7-42D1-A953-8C80B81AD72D}" type="pres">
      <dgm:prSet presAssocID="{741C8B40-5BA5-4C3F-A585-D4CC3F83442E}" presName="hierChild3" presStyleCnt="0"/>
      <dgm:spPr/>
    </dgm:pt>
    <dgm:pt modelId="{6A99481A-21B3-4C2E-98F6-47DF6C81C6CE}" type="pres">
      <dgm:prSet presAssocID="{E396408F-EB64-4727-A10D-2148BC9C32D3}" presName="Name19" presStyleLbl="parChTrans1D4" presStyleIdx="16" presStyleCnt="23"/>
      <dgm:spPr/>
    </dgm:pt>
    <dgm:pt modelId="{98B4559C-B266-4462-A5E7-E2C117918018}" type="pres">
      <dgm:prSet presAssocID="{E9829442-40E1-4A85-A328-8E0A8ECA4D7F}" presName="Name21" presStyleCnt="0"/>
      <dgm:spPr/>
    </dgm:pt>
    <dgm:pt modelId="{597FBAC4-CB6C-4343-BE61-B4625D48EAB6}" type="pres">
      <dgm:prSet presAssocID="{E9829442-40E1-4A85-A328-8E0A8ECA4D7F}" presName="level2Shape" presStyleLbl="node4" presStyleIdx="16" presStyleCnt="23" custScaleX="97910" custScaleY="100000"/>
      <dgm:spPr/>
    </dgm:pt>
    <dgm:pt modelId="{13155B83-C611-4F26-87F5-CF3D4224691F}" type="pres">
      <dgm:prSet presAssocID="{E9829442-40E1-4A85-A328-8E0A8ECA4D7F}" presName="hierChild3" presStyleCnt="0"/>
      <dgm:spPr/>
    </dgm:pt>
    <dgm:pt modelId="{C1C84888-C4B9-4CDE-82ED-1451473F50AB}" type="pres">
      <dgm:prSet presAssocID="{AF18AE25-951F-4EDC-ADC3-E34165CB0591}" presName="Name19" presStyleLbl="parChTrans1D4" presStyleIdx="17" presStyleCnt="23"/>
      <dgm:spPr/>
    </dgm:pt>
    <dgm:pt modelId="{671C0519-5DB9-4BC7-8F6C-1B1C0564A7CD}" type="pres">
      <dgm:prSet presAssocID="{1B4D95C7-269B-473A-B681-2A6A67B5F4DB}" presName="Name21" presStyleCnt="0"/>
      <dgm:spPr/>
    </dgm:pt>
    <dgm:pt modelId="{ECAFEE01-30A4-4730-85F4-7EF41848F92D}" type="pres">
      <dgm:prSet presAssocID="{1B4D95C7-269B-473A-B681-2A6A67B5F4DB}" presName="level2Shape" presStyleLbl="node4" presStyleIdx="17" presStyleCnt="23"/>
      <dgm:spPr/>
    </dgm:pt>
    <dgm:pt modelId="{C1C8FD80-E0AF-46A4-A808-BB2D76F25B88}" type="pres">
      <dgm:prSet presAssocID="{1B4D95C7-269B-473A-B681-2A6A67B5F4DB}" presName="hierChild3" presStyleCnt="0"/>
      <dgm:spPr/>
    </dgm:pt>
    <dgm:pt modelId="{E0A9BE02-5100-480C-92CB-C8075551E6C0}" type="pres">
      <dgm:prSet presAssocID="{3D316AFF-12FB-4F44-9110-F92A3954C2E4}" presName="Name19" presStyleLbl="parChTrans1D4" presStyleIdx="18" presStyleCnt="23"/>
      <dgm:spPr/>
    </dgm:pt>
    <dgm:pt modelId="{2085A411-7733-4F63-8FF7-E2F9B9E66571}" type="pres">
      <dgm:prSet presAssocID="{C0351724-7734-420F-B966-99F02D0105FB}" presName="Name21" presStyleCnt="0"/>
      <dgm:spPr/>
    </dgm:pt>
    <dgm:pt modelId="{C031C3FD-5716-4B98-9683-4BF7C12119FE}" type="pres">
      <dgm:prSet presAssocID="{C0351724-7734-420F-B966-99F02D0105FB}" presName="level2Shape" presStyleLbl="node4" presStyleIdx="18" presStyleCnt="23"/>
      <dgm:spPr/>
    </dgm:pt>
    <dgm:pt modelId="{CBCF92D2-5410-4BD2-A361-C00AEC1AADED}" type="pres">
      <dgm:prSet presAssocID="{C0351724-7734-420F-B966-99F02D0105FB}" presName="hierChild3" presStyleCnt="0"/>
      <dgm:spPr/>
    </dgm:pt>
    <dgm:pt modelId="{C7998434-39E1-43FF-B17B-EEA13B55FFE6}" type="pres">
      <dgm:prSet presAssocID="{A3272637-3BA5-4B40-9FEB-81C98C11F3AD}" presName="Name19" presStyleLbl="parChTrans1D4" presStyleIdx="19" presStyleCnt="23"/>
      <dgm:spPr/>
    </dgm:pt>
    <dgm:pt modelId="{46C23390-546A-4C7C-88B9-AFDD19187404}" type="pres">
      <dgm:prSet presAssocID="{17859754-9933-46F4-8029-AD5B150B5346}" presName="Name21" presStyleCnt="0"/>
      <dgm:spPr/>
    </dgm:pt>
    <dgm:pt modelId="{543B54BC-9FF7-4FD9-9674-1AFB624638E1}" type="pres">
      <dgm:prSet presAssocID="{17859754-9933-46F4-8029-AD5B150B5346}" presName="level2Shape" presStyleLbl="node4" presStyleIdx="19" presStyleCnt="23"/>
      <dgm:spPr/>
    </dgm:pt>
    <dgm:pt modelId="{FBE6DADB-0614-434B-B7D2-FCCD3F4C8AC3}" type="pres">
      <dgm:prSet presAssocID="{17859754-9933-46F4-8029-AD5B150B5346}" presName="hierChild3" presStyleCnt="0"/>
      <dgm:spPr/>
    </dgm:pt>
    <dgm:pt modelId="{ED82C99B-B187-439F-8449-29A81FD7754B}" type="pres">
      <dgm:prSet presAssocID="{962185A6-1A11-4F59-A5B1-174B3F246754}" presName="Name19" presStyleLbl="parChTrans1D4" presStyleIdx="20" presStyleCnt="23"/>
      <dgm:spPr/>
    </dgm:pt>
    <dgm:pt modelId="{B056D7E7-348C-45F7-94DF-B711F77D621D}" type="pres">
      <dgm:prSet presAssocID="{AC3293BF-F506-4741-903A-8C2731A27D90}" presName="Name21" presStyleCnt="0"/>
      <dgm:spPr/>
    </dgm:pt>
    <dgm:pt modelId="{67D2C5B6-0DDD-4CF3-AFC4-3E3FABE0A148}" type="pres">
      <dgm:prSet presAssocID="{AC3293BF-F506-4741-903A-8C2731A27D90}" presName="level2Shape" presStyleLbl="node4" presStyleIdx="20" presStyleCnt="23"/>
      <dgm:spPr/>
    </dgm:pt>
    <dgm:pt modelId="{645855CA-FA88-4D40-B631-129892EC87ED}" type="pres">
      <dgm:prSet presAssocID="{AC3293BF-F506-4741-903A-8C2731A27D90}" presName="hierChild3" presStyleCnt="0"/>
      <dgm:spPr/>
    </dgm:pt>
    <dgm:pt modelId="{CE99067F-C570-460C-BD2B-1881417EC5D0}" type="pres">
      <dgm:prSet presAssocID="{DB2D0972-9728-4059-A1EB-32B0CF4DB44C}" presName="Name19" presStyleLbl="parChTrans1D4" presStyleIdx="21" presStyleCnt="23"/>
      <dgm:spPr/>
    </dgm:pt>
    <dgm:pt modelId="{72F6F397-7A1D-43F4-8D6C-3BE341034090}" type="pres">
      <dgm:prSet presAssocID="{542DFF50-EFA1-4288-B341-E8F8AC0DCB3A}" presName="Name21" presStyleCnt="0"/>
      <dgm:spPr/>
    </dgm:pt>
    <dgm:pt modelId="{7A88677E-DB1F-4B9E-8920-EC6F1B425846}" type="pres">
      <dgm:prSet presAssocID="{542DFF50-EFA1-4288-B341-E8F8AC0DCB3A}" presName="level2Shape" presStyleLbl="node4" presStyleIdx="21" presStyleCnt="23"/>
      <dgm:spPr/>
    </dgm:pt>
    <dgm:pt modelId="{0F40C8F7-DDFF-4924-9403-7AF16ACE6C4E}" type="pres">
      <dgm:prSet presAssocID="{542DFF50-EFA1-4288-B341-E8F8AC0DCB3A}" presName="hierChild3" presStyleCnt="0"/>
      <dgm:spPr/>
    </dgm:pt>
    <dgm:pt modelId="{A0F86A73-B7F5-49CA-AAB9-55A2BAB936F4}" type="pres">
      <dgm:prSet presAssocID="{BAE00D6E-6E2D-422A-9494-828EA00313EF}" presName="Name19" presStyleLbl="parChTrans1D4" presStyleIdx="22" presStyleCnt="23"/>
      <dgm:spPr/>
    </dgm:pt>
    <dgm:pt modelId="{287E5988-5C9E-4642-B847-1088F040D2BA}" type="pres">
      <dgm:prSet presAssocID="{17017CEF-4993-4F55-9E78-A179184F482B}" presName="Name21" presStyleCnt="0"/>
      <dgm:spPr/>
    </dgm:pt>
    <dgm:pt modelId="{F90838D0-0797-4EA1-9187-A201F7F3814A}" type="pres">
      <dgm:prSet presAssocID="{17017CEF-4993-4F55-9E78-A179184F482B}" presName="level2Shape" presStyleLbl="node4" presStyleIdx="22" presStyleCnt="23"/>
      <dgm:spPr/>
    </dgm:pt>
    <dgm:pt modelId="{D5DA0D75-92A3-4B66-83EE-F4D8005BE622}" type="pres">
      <dgm:prSet presAssocID="{17017CEF-4993-4F55-9E78-A179184F482B}" presName="hierChild3" presStyleCnt="0"/>
      <dgm:spPr/>
    </dgm:pt>
    <dgm:pt modelId="{4902DD66-BF91-4689-8E3C-D2D2491D9083}" type="pres">
      <dgm:prSet presAssocID="{B9C1EBB9-81FB-49EC-92C0-CB83B0B7ACCB}" presName="bgShapesFlow" presStyleCnt="0"/>
      <dgm:spPr/>
    </dgm:pt>
  </dgm:ptLst>
  <dgm:cxnLst>
    <dgm:cxn modelId="{F6EF5900-6F7E-4A40-8CA9-0C570028343E}" type="presOf" srcId="{5361E1BF-4EBC-4D36-8DF8-BE90E4231BC6}" destId="{E0B3242B-E948-4161-9750-E31C58D901A8}" srcOrd="0" destOrd="0" presId="urn:microsoft.com/office/officeart/2005/8/layout/hierarchy6"/>
    <dgm:cxn modelId="{ED20AB00-F691-4129-9DE6-7C35088EE775}" type="presOf" srcId="{E1A45AD7-57A6-4428-845F-7A53229BBF0F}" destId="{D91B020D-590A-4668-9AA4-BA954F67BAA3}" srcOrd="0" destOrd="0" presId="urn:microsoft.com/office/officeart/2005/8/layout/hierarchy6"/>
    <dgm:cxn modelId="{5CDCD201-C044-4232-BF5B-DAC8098E7ECB}" srcId="{00DA862D-D45B-4EBD-A5B0-A35CD1D24EAD}" destId="{019D2B53-8351-463A-9673-67DA001634FE}" srcOrd="0" destOrd="0" parTransId="{E1A45AD7-57A6-4428-845F-7A53229BBF0F}" sibTransId="{18057702-C875-448C-86AC-0FC79D592F2A}"/>
    <dgm:cxn modelId="{824F7D08-1412-4A0F-9636-BB02725CB57B}" type="presOf" srcId="{DA39528A-072C-4820-8487-3D57B96F4BC5}" destId="{45746147-5E8C-4436-8EBF-6C62BC65604F}" srcOrd="0" destOrd="0" presId="urn:microsoft.com/office/officeart/2005/8/layout/hierarchy6"/>
    <dgm:cxn modelId="{BE01D40B-FF34-4BE1-B99A-79F1041A1BC8}" type="presOf" srcId="{40C24BB4-A30B-41A8-A473-DFC88419D742}" destId="{E3227F66-175E-401C-BEA1-388576B824C5}" srcOrd="0" destOrd="0" presId="urn:microsoft.com/office/officeart/2005/8/layout/hierarchy6"/>
    <dgm:cxn modelId="{F3944211-A5D7-4393-A504-3BA2DC2746B4}" type="presOf" srcId="{31F22A32-77B0-427E-BEA5-8A03922905BE}" destId="{504A7213-4D7A-4896-983D-3366A019F226}" srcOrd="0" destOrd="0" presId="urn:microsoft.com/office/officeart/2005/8/layout/hierarchy6"/>
    <dgm:cxn modelId="{6FC18C16-7680-4828-B01D-32302DB75A9A}" srcId="{684248BF-3C11-48D2-8137-68A49A7B5D2C}" destId="{00DA862D-D45B-4EBD-A5B0-A35CD1D24EAD}" srcOrd="0" destOrd="0" parTransId="{CAE01D66-494D-498A-8D87-C42B4C539CFD}" sibTransId="{F1F0D22B-2BAE-4ED6-B29D-E743156374C8}"/>
    <dgm:cxn modelId="{D566E716-9EF0-423E-8603-6D29E9312F89}" type="presOf" srcId="{C0351724-7734-420F-B966-99F02D0105FB}" destId="{C031C3FD-5716-4B98-9683-4BF7C12119FE}" srcOrd="0" destOrd="0" presId="urn:microsoft.com/office/officeart/2005/8/layout/hierarchy6"/>
    <dgm:cxn modelId="{660C5818-7074-4889-A869-B20C2CB61327}" type="presOf" srcId="{637794E3-D225-4C1E-9ABD-BF1C22182028}" destId="{016F4319-81D0-4C72-A891-A2FECF4D14A3}" srcOrd="0" destOrd="0" presId="urn:microsoft.com/office/officeart/2005/8/layout/hierarchy6"/>
    <dgm:cxn modelId="{27F4B919-5B35-4859-A9F6-719BDE1F16E0}" type="presOf" srcId="{741C8B40-5BA5-4C3F-A585-D4CC3F83442E}" destId="{952F88AB-DF3F-4D73-B13F-72C4F18FBADC}" srcOrd="0" destOrd="0" presId="urn:microsoft.com/office/officeart/2005/8/layout/hierarchy6"/>
    <dgm:cxn modelId="{79A2A51B-6BD5-443B-83E7-AAD9CD34B129}" srcId="{ED6C582B-3AD6-4591-9026-8BC55A7229E7}" destId="{1B4D95C7-269B-473A-B681-2A6A67B5F4DB}" srcOrd="4" destOrd="0" parTransId="{AF18AE25-951F-4EDC-ADC3-E34165CB0591}" sibTransId="{AF2F5CED-9804-40F0-A844-8BCD2ABECA87}"/>
    <dgm:cxn modelId="{00C74620-74E2-4F67-A5ED-7CC1C4BD8977}" type="presOf" srcId="{2978EA0F-7F22-4E1A-B7FB-CD11F7039BAB}" destId="{D864AEBD-4CFB-4260-B5C4-B20156A77A25}" srcOrd="0" destOrd="0" presId="urn:microsoft.com/office/officeart/2005/8/layout/hierarchy6"/>
    <dgm:cxn modelId="{FFC35C23-CFCF-44CE-A177-CCA56C90E8EC}" srcId="{019D2B53-8351-463A-9673-67DA001634FE}" destId="{542DFF50-EFA1-4288-B341-E8F8AC0DCB3A}" srcOrd="11" destOrd="0" parTransId="{DB2D0972-9728-4059-A1EB-32B0CF4DB44C}" sibTransId="{7BC6A73B-0A56-45F6-9F46-BC1F3DF403AD}"/>
    <dgm:cxn modelId="{0DCD8424-24C5-4B7E-9575-7C7199FBA775}" type="presOf" srcId="{684248BF-3C11-48D2-8137-68A49A7B5D2C}" destId="{E8E5D52E-777F-4522-85DC-812790865A7F}" srcOrd="0" destOrd="0" presId="urn:microsoft.com/office/officeart/2005/8/layout/hierarchy6"/>
    <dgm:cxn modelId="{830AB424-CE60-4F0D-A63E-536E370C5874}" type="presOf" srcId="{BAE00D6E-6E2D-422A-9494-828EA00313EF}" destId="{A0F86A73-B7F5-49CA-AAB9-55A2BAB936F4}" srcOrd="0" destOrd="0" presId="urn:microsoft.com/office/officeart/2005/8/layout/hierarchy6"/>
    <dgm:cxn modelId="{E163692A-2EBF-46A3-8570-E2FCF22F02B6}" srcId="{019D2B53-8351-463A-9673-67DA001634FE}" destId="{40C24BB4-A30B-41A8-A473-DFC88419D742}" srcOrd="4" destOrd="0" parTransId="{5361E1BF-4EBC-4D36-8DF8-BE90E4231BC6}" sibTransId="{022959B9-7C9E-4FC6-AC51-B3BF44007966}"/>
    <dgm:cxn modelId="{B615A22D-BEE0-4699-8AB5-61A565345EAB}" type="presOf" srcId="{B374EF09-C7E5-498A-A54D-902A1C1E57EF}" destId="{2347693B-44AE-4444-B229-CF6D8D5496AA}" srcOrd="0" destOrd="0" presId="urn:microsoft.com/office/officeart/2005/8/layout/hierarchy6"/>
    <dgm:cxn modelId="{2413012E-D54E-4961-BD17-0303C4A3EF72}" type="presOf" srcId="{019D2B53-8351-463A-9673-67DA001634FE}" destId="{FA761503-4A67-45BD-ADBF-D28E96865A8D}" srcOrd="0" destOrd="0" presId="urn:microsoft.com/office/officeart/2005/8/layout/hierarchy6"/>
    <dgm:cxn modelId="{3BB7BB31-77FF-4B1E-A552-25D7122CE423}" type="presOf" srcId="{962185A6-1A11-4F59-A5B1-174B3F246754}" destId="{ED82C99B-B187-439F-8449-29A81FD7754B}" srcOrd="0" destOrd="0" presId="urn:microsoft.com/office/officeart/2005/8/layout/hierarchy6"/>
    <dgm:cxn modelId="{53F2F436-F9B7-453F-B034-BC0C968DD1FC}" type="presOf" srcId="{4B681CAA-3C5E-4832-A63E-BC05A47AAD24}" destId="{C435C9A0-F231-4957-B876-154A89557E1D}" srcOrd="0" destOrd="0" presId="urn:microsoft.com/office/officeart/2005/8/layout/hierarchy6"/>
    <dgm:cxn modelId="{7159FB3B-E6E0-4795-9E28-6EC3E12857A7}" type="presOf" srcId="{ED6C582B-3AD6-4591-9026-8BC55A7229E7}" destId="{4A3D04DC-E9C2-48FD-87F9-5CE9A2B2E4C4}" srcOrd="0" destOrd="0" presId="urn:microsoft.com/office/officeart/2005/8/layout/hierarchy6"/>
    <dgm:cxn modelId="{7CA6FB3C-17F1-4DCE-848F-854D1DFE1227}" type="presOf" srcId="{4125F008-11D3-4252-A1CA-95545E40E3D5}" destId="{67968178-231A-4C69-8864-9DE00B5A7E79}" srcOrd="0" destOrd="0" presId="urn:microsoft.com/office/officeart/2005/8/layout/hierarchy6"/>
    <dgm:cxn modelId="{D11F9741-A60D-4983-B43D-316163ACDCE7}" srcId="{019D2B53-8351-463A-9673-67DA001634FE}" destId="{ED6C582B-3AD6-4591-9026-8BC55A7229E7}" srcOrd="7" destOrd="0" parTransId="{5FA9DC59-BD77-4A14-A3F5-8504FF2F0E39}" sibTransId="{D4987264-C3B1-4D99-AB04-6C31338A25C3}"/>
    <dgm:cxn modelId="{362BCB61-EFBB-4998-A800-89A3A30BC1A4}" srcId="{019D2B53-8351-463A-9673-67DA001634FE}" destId="{5E0FFB19-1E5F-42BA-8485-1BF13D4030DE}" srcOrd="2" destOrd="0" parTransId="{3078BC45-8DED-4B54-90E3-D28A86A44E28}" sibTransId="{78B45C4C-B15E-40FD-B757-CEB13A593F0E}"/>
    <dgm:cxn modelId="{BBD33362-70DA-4F2D-8D74-24AA5ADB2228}" type="presOf" srcId="{294DEB52-E39B-47D8-8B97-ECCF0AA14504}" destId="{F0F349FD-CA07-4C9E-A21B-50A385701607}" srcOrd="0" destOrd="0" presId="urn:microsoft.com/office/officeart/2005/8/layout/hierarchy6"/>
    <dgm:cxn modelId="{A85BA742-D648-4698-869E-A2CA03B22D22}" srcId="{019D2B53-8351-463A-9673-67DA001634FE}" destId="{2C655039-878C-4E20-8965-AA69E2546D7E}" srcOrd="0" destOrd="0" parTransId="{DA39528A-072C-4820-8487-3D57B96F4BC5}" sibTransId="{63166C8A-9FDD-441D-9727-CA5DA4B586DE}"/>
    <dgm:cxn modelId="{D9800243-B5CC-4345-9ECE-E41D18952ADF}" srcId="{019D2B53-8351-463A-9673-67DA001634FE}" destId="{17859754-9933-46F4-8029-AD5B150B5346}" srcOrd="9" destOrd="0" parTransId="{A3272637-3BA5-4B40-9FEB-81C98C11F3AD}" sibTransId="{885A5597-294E-4C39-B64A-EC590B649171}"/>
    <dgm:cxn modelId="{EA8C5243-B603-4A62-927D-FD59EC7CFB90}" type="presOf" srcId="{24AC5864-6CC6-4743-9F85-C895588FED37}" destId="{8CC628DE-0136-4184-8FDB-C55F972CBA26}" srcOrd="0" destOrd="0" presId="urn:microsoft.com/office/officeart/2005/8/layout/hierarchy6"/>
    <dgm:cxn modelId="{6E56C864-5263-4349-B3CD-E804970CD825}" srcId="{2C655039-878C-4E20-8965-AA69E2546D7E}" destId="{7B94BDAE-D712-4811-9BF0-69109CB08388}" srcOrd="2" destOrd="0" parTransId="{2978EA0F-7F22-4E1A-B7FB-CD11F7039BAB}" sibTransId="{BA0BF750-71EA-4525-AE51-CC3C27DE15F5}"/>
    <dgm:cxn modelId="{97A60B65-140C-4389-A9A6-5F9C802A01BE}" type="presOf" srcId="{3078BC45-8DED-4B54-90E3-D28A86A44E28}" destId="{F8F9D66B-062E-479C-8615-EC4A6C34152A}" srcOrd="0" destOrd="0" presId="urn:microsoft.com/office/officeart/2005/8/layout/hierarchy6"/>
    <dgm:cxn modelId="{C0561F48-B864-4EAD-A361-C09ADE23CA4B}" srcId="{2C655039-878C-4E20-8965-AA69E2546D7E}" destId="{631532F3-13F0-4B18-B3E4-48DC11E38CED}" srcOrd="3" destOrd="0" parTransId="{3F68B1FE-6A24-45C8-BF1D-1C0552AFE5DF}" sibTransId="{62C00783-BE01-48AF-9374-5CF2F4796538}"/>
    <dgm:cxn modelId="{8781356A-E5CC-42F8-A1FF-FEE01070AD93}" type="presOf" srcId="{EB41EF4B-5887-4FBD-80C1-9BDDFE32ADF1}" destId="{C7BA4AE7-8954-415B-9697-3BD2107CC453}" srcOrd="0" destOrd="0" presId="urn:microsoft.com/office/officeart/2005/8/layout/hierarchy6"/>
    <dgm:cxn modelId="{E64D0F4C-28F7-4AEC-B31C-13E1EC63FD81}" srcId="{019D2B53-8351-463A-9673-67DA001634FE}" destId="{AC3293BF-F506-4741-903A-8C2731A27D90}" srcOrd="10" destOrd="0" parTransId="{962185A6-1A11-4F59-A5B1-174B3F246754}" sibTransId="{8DD5CDE9-42A1-444B-8F45-07A454CAA91B}"/>
    <dgm:cxn modelId="{35E75D4C-883B-4016-992B-419C8D906127}" type="presOf" srcId="{E2D27AAF-A57D-48F3-A6BA-A9B8A883F10F}" destId="{D6419BED-0DE1-43FF-BC5E-B8188D52723A}" srcOrd="0" destOrd="0" presId="urn:microsoft.com/office/officeart/2005/8/layout/hierarchy6"/>
    <dgm:cxn modelId="{2EC06C6C-B6D4-4C2A-BEA2-B05D1834C4CA}" srcId="{019D2B53-8351-463A-9673-67DA001634FE}" destId="{79FB67CF-A479-4E80-B471-CFFD64066790}" srcOrd="5" destOrd="0" parTransId="{EB41EF4B-5887-4FBD-80C1-9BDDFE32ADF1}" sibTransId="{A11AE9E9-7E0D-4146-91DE-34A5C6E7F76B}"/>
    <dgm:cxn modelId="{3E39AF4E-8BC4-44F5-8B18-31EA0E850D4D}" type="presOf" srcId="{2C655039-878C-4E20-8965-AA69E2546D7E}" destId="{EEB25EB1-9588-4802-AD29-8820C97D3868}" srcOrd="0" destOrd="0" presId="urn:microsoft.com/office/officeart/2005/8/layout/hierarchy6"/>
    <dgm:cxn modelId="{294F2C52-DE87-4C3D-9B8B-8750BE7E2125}" srcId="{B9C1EBB9-81FB-49EC-92C0-CB83B0B7ACCB}" destId="{684248BF-3C11-48D2-8137-68A49A7B5D2C}" srcOrd="0" destOrd="0" parTransId="{7FD6E54E-3986-47E7-B352-2D7E76F269E4}" sibTransId="{DCC1F081-DA0A-4495-B1FF-9F830F48DDD7}"/>
    <dgm:cxn modelId="{03F79973-1B1D-45FE-8878-9BB6B41FEF72}" type="presOf" srcId="{631532F3-13F0-4B18-B3E4-48DC11E38CED}" destId="{9A040494-7EBB-457C-B04F-DD9170E68733}" srcOrd="0" destOrd="0" presId="urn:microsoft.com/office/officeart/2005/8/layout/hierarchy6"/>
    <dgm:cxn modelId="{163B9757-5D55-44CD-BD93-D7161837C4EB}" type="presOf" srcId="{79FB67CF-A479-4E80-B471-CFFD64066790}" destId="{9C7F7735-F7DB-4697-86BF-D771755A092C}" srcOrd="0" destOrd="0" presId="urn:microsoft.com/office/officeart/2005/8/layout/hierarchy6"/>
    <dgm:cxn modelId="{B353AC58-E809-4449-BE14-588E5DB3E50A}" type="presOf" srcId="{E9829442-40E1-4A85-A328-8E0A8ECA4D7F}" destId="{597FBAC4-CB6C-4343-BE61-B4625D48EAB6}" srcOrd="0" destOrd="0" presId="urn:microsoft.com/office/officeart/2005/8/layout/hierarchy6"/>
    <dgm:cxn modelId="{62824F5A-FA46-4117-86EE-4AD4D27123F8}" type="presOf" srcId="{AF18AE25-951F-4EDC-ADC3-E34165CB0591}" destId="{C1C84888-C4B9-4CDE-82ED-1451473F50AB}" srcOrd="0" destOrd="0" presId="urn:microsoft.com/office/officeart/2005/8/layout/hierarchy6"/>
    <dgm:cxn modelId="{250A477B-5E6F-4C19-8CCA-5C08218C383F}" srcId="{ED6C582B-3AD6-4591-9026-8BC55A7229E7}" destId="{31F22A32-77B0-427E-BEA5-8A03922905BE}" srcOrd="1" destOrd="0" parTransId="{D5F5482F-6AD0-4734-9FE2-DFADFDE65366}" sibTransId="{C24A675C-2D6D-4A7A-81F8-819DEFC47C73}"/>
    <dgm:cxn modelId="{F7DFAA7B-451A-427E-936E-3C5D9A1DF876}" srcId="{2C655039-878C-4E20-8965-AA69E2546D7E}" destId="{89F238DE-0AA3-4096-96B9-FB47756C7BBE}" srcOrd="1" destOrd="0" parTransId="{F5F63E9F-3D61-4DFE-A366-80EEE993C025}" sibTransId="{95239811-7E31-43A8-9058-A0C615F27A80}"/>
    <dgm:cxn modelId="{D403D07B-4551-493F-933A-97E1E740332B}" type="presOf" srcId="{CE65C85B-20FB-49F4-8B05-29C75DEF6ACB}" destId="{EA799F3A-69F4-4D8E-BDE4-C8EC2ADF1E32}" srcOrd="0" destOrd="0" presId="urn:microsoft.com/office/officeart/2005/8/layout/hierarchy6"/>
    <dgm:cxn modelId="{05AB397F-F963-440E-8E7A-E8F560BDC291}" srcId="{019D2B53-8351-463A-9673-67DA001634FE}" destId="{C0351724-7734-420F-B966-99F02D0105FB}" srcOrd="8" destOrd="0" parTransId="{3D316AFF-12FB-4F44-9110-F92A3954C2E4}" sibTransId="{17FA70DD-E518-42BE-800F-23BA2D0687A3}"/>
    <dgm:cxn modelId="{2C5F6181-7E24-49FB-98CF-032CD0B4A403}" type="presOf" srcId="{AC3293BF-F506-4741-903A-8C2731A27D90}" destId="{67D2C5B6-0DDD-4CF3-AFC4-3E3FABE0A148}" srcOrd="0" destOrd="0" presId="urn:microsoft.com/office/officeart/2005/8/layout/hierarchy6"/>
    <dgm:cxn modelId="{844BF582-D682-468C-B209-EF3B98A2AEB5}" type="presOf" srcId="{7B94BDAE-D712-4811-9BF0-69109CB08388}" destId="{3FD9A99D-E26B-4A31-A5DD-29D0E57F879C}" srcOrd="0" destOrd="0" presId="urn:microsoft.com/office/officeart/2005/8/layout/hierarchy6"/>
    <dgm:cxn modelId="{CA729B83-8C67-4CBC-938B-1664BC11C70B}" type="presOf" srcId="{89F238DE-0AA3-4096-96B9-FB47756C7BBE}" destId="{6CC8A211-58C1-4F28-83C8-EA6CA81CEA46}" srcOrd="0" destOrd="0" presId="urn:microsoft.com/office/officeart/2005/8/layout/hierarchy6"/>
    <dgm:cxn modelId="{5D743885-C877-4C5D-9372-8D00439D86F7}" type="presOf" srcId="{5FA9DC59-BD77-4A14-A3F5-8504FF2F0E39}" destId="{504BD47B-D784-4ED2-BA72-6FB177A1AAA9}" srcOrd="0" destOrd="0" presId="urn:microsoft.com/office/officeart/2005/8/layout/hierarchy6"/>
    <dgm:cxn modelId="{E3087E89-7665-4D87-B3F3-C467A38EE126}" srcId="{019D2B53-8351-463A-9673-67DA001634FE}" destId="{003C8A1D-6393-4D82-80CC-FF01CF09A5D4}" srcOrd="3" destOrd="0" parTransId="{CE65C85B-20FB-49F4-8B05-29C75DEF6ACB}" sibTransId="{5E04AFDC-64DE-41A5-96C9-846B51888AC8}"/>
    <dgm:cxn modelId="{2982FB8B-C458-44FC-9BF8-5EEFB83AF33E}" type="presOf" srcId="{CAE01D66-494D-498A-8D87-C42B4C539CFD}" destId="{CFF0E150-BB01-4791-8A6E-DEEF4FE93727}" srcOrd="0" destOrd="0" presId="urn:microsoft.com/office/officeart/2005/8/layout/hierarchy6"/>
    <dgm:cxn modelId="{1EFC1E8C-D0A3-45EF-8D27-F4AC42062BCE}" type="presOf" srcId="{F5F63E9F-3D61-4DFE-A366-80EEE993C025}" destId="{8AE2AF57-C44D-4D4C-95AD-284358067682}" srcOrd="0" destOrd="0" presId="urn:microsoft.com/office/officeart/2005/8/layout/hierarchy6"/>
    <dgm:cxn modelId="{89D8798D-2A10-4101-9C40-04B2F54CD5FC}" type="presOf" srcId="{542DFF50-EFA1-4288-B341-E8F8AC0DCB3A}" destId="{7A88677E-DB1F-4B9E-8920-EC6F1B425846}" srcOrd="0" destOrd="0" presId="urn:microsoft.com/office/officeart/2005/8/layout/hierarchy6"/>
    <dgm:cxn modelId="{CFA9938F-1129-441A-9843-81776F09E569}" type="presOf" srcId="{17017CEF-4993-4F55-9E78-A179184F482B}" destId="{F90838D0-0797-4EA1-9187-A201F7F3814A}" srcOrd="0" destOrd="0" presId="urn:microsoft.com/office/officeart/2005/8/layout/hierarchy6"/>
    <dgm:cxn modelId="{7F75FC8F-B262-4BD2-A368-EA41936EBBB8}" type="presOf" srcId="{E396408F-EB64-4727-A10D-2148BC9C32D3}" destId="{6A99481A-21B3-4C2E-98F6-47DF6C81C6CE}" srcOrd="0" destOrd="0" presId="urn:microsoft.com/office/officeart/2005/8/layout/hierarchy6"/>
    <dgm:cxn modelId="{CA847493-0900-42FA-A30C-8A827D2849F9}" type="presOf" srcId="{003C8A1D-6393-4D82-80CC-FF01CF09A5D4}" destId="{6E5147A5-A269-4D93-855F-85507CDA5D18}" srcOrd="0" destOrd="0" presId="urn:microsoft.com/office/officeart/2005/8/layout/hierarchy6"/>
    <dgm:cxn modelId="{0AA8DB95-B0BC-42D1-8D07-8BF9ECBA3EDA}" srcId="{ED6C582B-3AD6-4591-9026-8BC55A7229E7}" destId="{E9829442-40E1-4A85-A328-8E0A8ECA4D7F}" srcOrd="3" destOrd="0" parTransId="{E396408F-EB64-4727-A10D-2148BC9C32D3}" sibTransId="{3FB8410E-C1D1-4005-81A0-46D63FAF01DD}"/>
    <dgm:cxn modelId="{6D9EFD9A-E592-4D03-AAEF-933C77C0AFB2}" srcId="{019D2B53-8351-463A-9673-67DA001634FE}" destId="{17017CEF-4993-4F55-9E78-A179184F482B}" srcOrd="12" destOrd="0" parTransId="{BAE00D6E-6E2D-422A-9494-828EA00313EF}" sibTransId="{8C544D17-6E3C-467C-AAE6-FDDED777C30E}"/>
    <dgm:cxn modelId="{B555249E-35D1-476F-80C2-ECCED8305095}" type="presOf" srcId="{5E0FFB19-1E5F-42BA-8485-1BF13D4030DE}" destId="{5F777D27-35FF-4E83-918D-E3306AB22511}" srcOrd="0" destOrd="0" presId="urn:microsoft.com/office/officeart/2005/8/layout/hierarchy6"/>
    <dgm:cxn modelId="{48E413A1-5A99-4F6D-B9CF-60DE65BC2938}" type="presOf" srcId="{17859754-9933-46F4-8029-AD5B150B5346}" destId="{543B54BC-9FF7-4FD9-9674-1AFB624638E1}" srcOrd="0" destOrd="0" presId="urn:microsoft.com/office/officeart/2005/8/layout/hierarchy6"/>
    <dgm:cxn modelId="{5F42F5AA-6A02-497B-8560-E3C4909E725B}" type="presOf" srcId="{DB2D0972-9728-4059-A1EB-32B0CF4DB44C}" destId="{CE99067F-C570-460C-BD2B-1881417EC5D0}" srcOrd="0" destOrd="0" presId="urn:microsoft.com/office/officeart/2005/8/layout/hierarchy6"/>
    <dgm:cxn modelId="{2DF1B6B2-D5C2-4A0F-A490-398A92E49D20}" type="presOf" srcId="{B9C1EBB9-81FB-49EC-92C0-CB83B0B7ACCB}" destId="{960F349F-281D-4478-9822-0B84C0FCB136}" srcOrd="0" destOrd="0" presId="urn:microsoft.com/office/officeart/2005/8/layout/hierarchy6"/>
    <dgm:cxn modelId="{3563B7B4-E783-4988-972A-DED02210D010}" srcId="{2C655039-878C-4E20-8965-AA69E2546D7E}" destId="{271E5E40-39A7-44E4-81BA-EEE4F70D7484}" srcOrd="4" destOrd="0" parTransId="{637794E3-D225-4C1E-9ABD-BF1C22182028}" sibTransId="{932A228E-209F-4F68-936B-54EC86410979}"/>
    <dgm:cxn modelId="{18817DB6-5342-40E0-A50F-2DD90F2B6E5B}" srcId="{ED6C582B-3AD6-4591-9026-8BC55A7229E7}" destId="{741C8B40-5BA5-4C3F-A585-D4CC3F83442E}" srcOrd="2" destOrd="0" parTransId="{C7A19B55-0CAB-4604-9846-1802EA6920BA}" sibTransId="{E8FC6498-82D7-43AB-8863-1161DE7BE8CC}"/>
    <dgm:cxn modelId="{5ADAABC2-47A8-46BA-93BD-3F8E3BE14742}" type="presOf" srcId="{3D316AFF-12FB-4F44-9110-F92A3954C2E4}" destId="{E0A9BE02-5100-480C-92CB-C8075551E6C0}" srcOrd="0" destOrd="0" presId="urn:microsoft.com/office/officeart/2005/8/layout/hierarchy6"/>
    <dgm:cxn modelId="{36C168C3-87C6-4AC9-9860-7AE1CBDD2AFE}" type="presOf" srcId="{C7A19B55-0CAB-4604-9846-1802EA6920BA}" destId="{5B305256-9BC1-4720-85A0-30500880478E}" srcOrd="0" destOrd="0" presId="urn:microsoft.com/office/officeart/2005/8/layout/hierarchy6"/>
    <dgm:cxn modelId="{0672FFC4-110C-4A54-9DF8-B2EACE284FF6}" srcId="{ED6C582B-3AD6-4591-9026-8BC55A7229E7}" destId="{B374EF09-C7E5-498A-A54D-902A1C1E57EF}" srcOrd="0" destOrd="0" parTransId="{294DEB52-E39B-47D8-8B97-ECCF0AA14504}" sibTransId="{B2D829D2-EE32-4317-9701-F36FB9223DF7}"/>
    <dgm:cxn modelId="{D3A324C5-466A-459E-95E8-8A618FBF62A5}" type="presOf" srcId="{9EC656E0-6F85-4FA1-B909-C3239385BBFC}" destId="{3E432FCF-8F94-4186-98B7-C89883AC6B36}" srcOrd="0" destOrd="0" presId="urn:microsoft.com/office/officeart/2005/8/layout/hierarchy6"/>
    <dgm:cxn modelId="{7C826ACF-CF28-4DBE-8337-155D02765555}" type="presOf" srcId="{271E5E40-39A7-44E4-81BA-EEE4F70D7484}" destId="{AD8074EF-8A7C-4762-8009-76A1F2961BC0}" srcOrd="0" destOrd="0" presId="urn:microsoft.com/office/officeart/2005/8/layout/hierarchy6"/>
    <dgm:cxn modelId="{4642EFD3-651E-43A7-AA20-2D71B5C266C6}" type="presOf" srcId="{D5F5482F-6AD0-4734-9FE2-DFADFDE65366}" destId="{B53FB79F-C44F-408F-9AE5-3218A8FA6032}" srcOrd="0" destOrd="0" presId="urn:microsoft.com/office/officeart/2005/8/layout/hierarchy6"/>
    <dgm:cxn modelId="{EF005AD8-DAC3-4233-9516-13E89F4A2A64}" type="presOf" srcId="{1B4D95C7-269B-473A-B681-2A6A67B5F4DB}" destId="{ECAFEE01-30A4-4730-85F4-7EF41848F92D}" srcOrd="0" destOrd="0" presId="urn:microsoft.com/office/officeart/2005/8/layout/hierarchy6"/>
    <dgm:cxn modelId="{86C80DD9-F788-454D-B583-CC45859AB674}" srcId="{019D2B53-8351-463A-9673-67DA001634FE}" destId="{9EC656E0-6F85-4FA1-B909-C3239385BBFC}" srcOrd="6" destOrd="0" parTransId="{D30EDE37-703E-4449-951B-B56B4C0C60EA}" sibTransId="{D4D45554-F241-490B-9DBC-C4EFF6EB9530}"/>
    <dgm:cxn modelId="{E46E7BE0-1F62-482F-B3F1-801A72E9DFEB}" type="presOf" srcId="{D30EDE37-703E-4449-951B-B56B4C0C60EA}" destId="{67441157-BCAA-4DF3-B974-47F2F337BB69}" srcOrd="0" destOrd="0" presId="urn:microsoft.com/office/officeart/2005/8/layout/hierarchy6"/>
    <dgm:cxn modelId="{92E8F2E0-AE01-447A-9314-8EB87F61F2F6}" srcId="{019D2B53-8351-463A-9673-67DA001634FE}" destId="{4B681CAA-3C5E-4832-A63E-BC05A47AAD24}" srcOrd="1" destOrd="0" parTransId="{4125F008-11D3-4252-A1CA-95545E40E3D5}" sibTransId="{E63A5115-2889-4071-B0D8-476823B8A979}"/>
    <dgm:cxn modelId="{F35DB5E1-F9BD-4F37-A376-39F92184CBD7}" type="presOf" srcId="{3F68B1FE-6A24-45C8-BF1D-1C0552AFE5DF}" destId="{23BEBFF1-26ED-4B4D-94D3-E4EF26BDD280}" srcOrd="0" destOrd="0" presId="urn:microsoft.com/office/officeart/2005/8/layout/hierarchy6"/>
    <dgm:cxn modelId="{E22239F2-FF61-4071-BAFE-EDEE94C87F45}" type="presOf" srcId="{A3272637-3BA5-4B40-9FEB-81C98C11F3AD}" destId="{C7998434-39E1-43FF-B17B-EEA13B55FFE6}" srcOrd="0" destOrd="0" presId="urn:microsoft.com/office/officeart/2005/8/layout/hierarchy6"/>
    <dgm:cxn modelId="{C7FF1EF6-F4B1-442D-BC6E-000CDBE8A9BC}" type="presOf" srcId="{00DA862D-D45B-4EBD-A5B0-A35CD1D24EAD}" destId="{E3B7F6F1-1883-4F70-948E-505EE45C59DA}" srcOrd="0" destOrd="0" presId="urn:microsoft.com/office/officeart/2005/8/layout/hierarchy6"/>
    <dgm:cxn modelId="{D19563FD-2C34-4C75-890B-06D4CF0F3DF6}" srcId="{2C655039-878C-4E20-8965-AA69E2546D7E}" destId="{24AC5864-6CC6-4743-9F85-C895588FED37}" srcOrd="0" destOrd="0" parTransId="{E2D27AAF-A57D-48F3-A6BA-A9B8A883F10F}" sibTransId="{B4D31266-E393-413B-8558-BF42201920CB}"/>
    <dgm:cxn modelId="{D6B4E646-2A09-4872-B2C2-209D4D0563D6}" type="presParOf" srcId="{960F349F-281D-4478-9822-0B84C0FCB136}" destId="{C30D4C49-3FB7-4F4A-812E-EE931DCBAC38}" srcOrd="0" destOrd="0" presId="urn:microsoft.com/office/officeart/2005/8/layout/hierarchy6"/>
    <dgm:cxn modelId="{8DDAED50-241E-4CD5-8541-386D770FF83D}" type="presParOf" srcId="{C30D4C49-3FB7-4F4A-812E-EE931DCBAC38}" destId="{927E1142-B675-44E4-BC34-9E16702B7CE1}" srcOrd="0" destOrd="0" presId="urn:microsoft.com/office/officeart/2005/8/layout/hierarchy6"/>
    <dgm:cxn modelId="{421A73CF-59A7-4A03-92C4-45C09A7AD894}" type="presParOf" srcId="{927E1142-B675-44E4-BC34-9E16702B7CE1}" destId="{D198DA29-44E9-44F9-B8E8-C9A0DB24A134}" srcOrd="0" destOrd="0" presId="urn:microsoft.com/office/officeart/2005/8/layout/hierarchy6"/>
    <dgm:cxn modelId="{D6F8E374-4B1D-4D1C-B273-3DC7460E9FFE}" type="presParOf" srcId="{D198DA29-44E9-44F9-B8E8-C9A0DB24A134}" destId="{E8E5D52E-777F-4522-85DC-812790865A7F}" srcOrd="0" destOrd="0" presId="urn:microsoft.com/office/officeart/2005/8/layout/hierarchy6"/>
    <dgm:cxn modelId="{53C0FD39-7467-4E8E-835A-646FE8ACE77E}" type="presParOf" srcId="{D198DA29-44E9-44F9-B8E8-C9A0DB24A134}" destId="{D68B8A56-0DA6-4400-9E3C-AD163298A51A}" srcOrd="1" destOrd="0" presId="urn:microsoft.com/office/officeart/2005/8/layout/hierarchy6"/>
    <dgm:cxn modelId="{13F4E491-581A-43FA-9B55-0E855AF23FD0}" type="presParOf" srcId="{D68B8A56-0DA6-4400-9E3C-AD163298A51A}" destId="{CFF0E150-BB01-4791-8A6E-DEEF4FE93727}" srcOrd="0" destOrd="0" presId="urn:microsoft.com/office/officeart/2005/8/layout/hierarchy6"/>
    <dgm:cxn modelId="{4FC3009A-BDBF-4678-8B1B-796893AB088D}" type="presParOf" srcId="{D68B8A56-0DA6-4400-9E3C-AD163298A51A}" destId="{467B7227-6EE2-4B11-B495-EF33E420CC60}" srcOrd="1" destOrd="0" presId="urn:microsoft.com/office/officeart/2005/8/layout/hierarchy6"/>
    <dgm:cxn modelId="{D458541C-FC38-482F-99C2-A81E7C38FECE}" type="presParOf" srcId="{467B7227-6EE2-4B11-B495-EF33E420CC60}" destId="{E3B7F6F1-1883-4F70-948E-505EE45C59DA}" srcOrd="0" destOrd="0" presId="urn:microsoft.com/office/officeart/2005/8/layout/hierarchy6"/>
    <dgm:cxn modelId="{0A30367A-2C26-4E2E-9A54-FCA68544C312}" type="presParOf" srcId="{467B7227-6EE2-4B11-B495-EF33E420CC60}" destId="{07D86439-2B2F-4A59-83E8-D3ED73D2432D}" srcOrd="1" destOrd="0" presId="urn:microsoft.com/office/officeart/2005/8/layout/hierarchy6"/>
    <dgm:cxn modelId="{23BB50AA-E477-43D9-8420-725CCEDE7B16}" type="presParOf" srcId="{07D86439-2B2F-4A59-83E8-D3ED73D2432D}" destId="{D91B020D-590A-4668-9AA4-BA954F67BAA3}" srcOrd="0" destOrd="0" presId="urn:microsoft.com/office/officeart/2005/8/layout/hierarchy6"/>
    <dgm:cxn modelId="{5F4730BB-A59D-473C-A786-29FBCB26AE66}" type="presParOf" srcId="{07D86439-2B2F-4A59-83E8-D3ED73D2432D}" destId="{65414071-3B7C-4EFA-8529-87EC629D5DE8}" srcOrd="1" destOrd="0" presId="urn:microsoft.com/office/officeart/2005/8/layout/hierarchy6"/>
    <dgm:cxn modelId="{474B9DB0-F7BF-44F0-A6C2-B83A62B18FCB}" type="presParOf" srcId="{65414071-3B7C-4EFA-8529-87EC629D5DE8}" destId="{FA761503-4A67-45BD-ADBF-D28E96865A8D}" srcOrd="0" destOrd="0" presId="urn:microsoft.com/office/officeart/2005/8/layout/hierarchy6"/>
    <dgm:cxn modelId="{CEFEBF32-A863-483E-8E66-1228B3DD8341}" type="presParOf" srcId="{65414071-3B7C-4EFA-8529-87EC629D5DE8}" destId="{116FE381-72BA-49B5-8B3F-5D5D420FFBE5}" srcOrd="1" destOrd="0" presId="urn:microsoft.com/office/officeart/2005/8/layout/hierarchy6"/>
    <dgm:cxn modelId="{BF2480BE-4149-4D38-B171-6CC4DC4F9CF3}" type="presParOf" srcId="{116FE381-72BA-49B5-8B3F-5D5D420FFBE5}" destId="{45746147-5E8C-4436-8EBF-6C62BC65604F}" srcOrd="0" destOrd="0" presId="urn:microsoft.com/office/officeart/2005/8/layout/hierarchy6"/>
    <dgm:cxn modelId="{1D70B8AE-86FF-4FBF-BC72-7ED316608009}" type="presParOf" srcId="{116FE381-72BA-49B5-8B3F-5D5D420FFBE5}" destId="{326919CD-6458-4A1A-8ED6-0C497FDD3968}" srcOrd="1" destOrd="0" presId="urn:microsoft.com/office/officeart/2005/8/layout/hierarchy6"/>
    <dgm:cxn modelId="{86A374C8-2AB4-4800-91B7-D98E225280AF}" type="presParOf" srcId="{326919CD-6458-4A1A-8ED6-0C497FDD3968}" destId="{EEB25EB1-9588-4802-AD29-8820C97D3868}" srcOrd="0" destOrd="0" presId="urn:microsoft.com/office/officeart/2005/8/layout/hierarchy6"/>
    <dgm:cxn modelId="{E2F93C72-F38E-4627-95ED-0E2343EB943D}" type="presParOf" srcId="{326919CD-6458-4A1A-8ED6-0C497FDD3968}" destId="{2E79C81E-3EC2-479E-8284-7F5C79FF1AF5}" srcOrd="1" destOrd="0" presId="urn:microsoft.com/office/officeart/2005/8/layout/hierarchy6"/>
    <dgm:cxn modelId="{76B046BC-49A2-40CE-A6A2-E2AAD4014F56}" type="presParOf" srcId="{2E79C81E-3EC2-479E-8284-7F5C79FF1AF5}" destId="{D6419BED-0DE1-43FF-BC5E-B8188D52723A}" srcOrd="0" destOrd="0" presId="urn:microsoft.com/office/officeart/2005/8/layout/hierarchy6"/>
    <dgm:cxn modelId="{0D01D7A6-5847-4738-B214-93242FE098B9}" type="presParOf" srcId="{2E79C81E-3EC2-479E-8284-7F5C79FF1AF5}" destId="{42103664-38A5-47DA-AEC4-F540B21EE003}" srcOrd="1" destOrd="0" presId="urn:microsoft.com/office/officeart/2005/8/layout/hierarchy6"/>
    <dgm:cxn modelId="{F4548355-C220-4BDF-A8A1-BAAB1F662174}" type="presParOf" srcId="{42103664-38A5-47DA-AEC4-F540B21EE003}" destId="{8CC628DE-0136-4184-8FDB-C55F972CBA26}" srcOrd="0" destOrd="0" presId="urn:microsoft.com/office/officeart/2005/8/layout/hierarchy6"/>
    <dgm:cxn modelId="{6B45DDDB-21EB-4318-B82A-D98115414FE1}" type="presParOf" srcId="{42103664-38A5-47DA-AEC4-F540B21EE003}" destId="{4BB70D57-4B69-49C3-8356-39DBAB86084F}" srcOrd="1" destOrd="0" presId="urn:microsoft.com/office/officeart/2005/8/layout/hierarchy6"/>
    <dgm:cxn modelId="{F90D827E-A41D-45D3-A407-FF9AAC6B7BAF}" type="presParOf" srcId="{2E79C81E-3EC2-479E-8284-7F5C79FF1AF5}" destId="{8AE2AF57-C44D-4D4C-95AD-284358067682}" srcOrd="2" destOrd="0" presId="urn:microsoft.com/office/officeart/2005/8/layout/hierarchy6"/>
    <dgm:cxn modelId="{4D5D3A9C-4E26-4DFD-876D-20411A457611}" type="presParOf" srcId="{2E79C81E-3EC2-479E-8284-7F5C79FF1AF5}" destId="{7753FBE8-67B0-40C8-B010-DB5E5DC57348}" srcOrd="3" destOrd="0" presId="urn:microsoft.com/office/officeart/2005/8/layout/hierarchy6"/>
    <dgm:cxn modelId="{861F693E-B654-49C0-951D-59B2D8AFF832}" type="presParOf" srcId="{7753FBE8-67B0-40C8-B010-DB5E5DC57348}" destId="{6CC8A211-58C1-4F28-83C8-EA6CA81CEA46}" srcOrd="0" destOrd="0" presId="urn:microsoft.com/office/officeart/2005/8/layout/hierarchy6"/>
    <dgm:cxn modelId="{3BDED83D-8E15-47BC-9FDA-A1189822E651}" type="presParOf" srcId="{7753FBE8-67B0-40C8-B010-DB5E5DC57348}" destId="{0AA5F9E1-374D-40A7-A38B-ED2CBD520198}" srcOrd="1" destOrd="0" presId="urn:microsoft.com/office/officeart/2005/8/layout/hierarchy6"/>
    <dgm:cxn modelId="{09E4EEFC-C482-4839-A550-2EF0A5CB3C32}" type="presParOf" srcId="{2E79C81E-3EC2-479E-8284-7F5C79FF1AF5}" destId="{D864AEBD-4CFB-4260-B5C4-B20156A77A25}" srcOrd="4" destOrd="0" presId="urn:microsoft.com/office/officeart/2005/8/layout/hierarchy6"/>
    <dgm:cxn modelId="{B035E405-05FF-4FC4-8C6A-334C9ACB1BE0}" type="presParOf" srcId="{2E79C81E-3EC2-479E-8284-7F5C79FF1AF5}" destId="{A151402B-65D3-47F5-A5AB-3A4E28F9F89F}" srcOrd="5" destOrd="0" presId="urn:microsoft.com/office/officeart/2005/8/layout/hierarchy6"/>
    <dgm:cxn modelId="{6067D156-9028-46D4-A320-9D296C4F790F}" type="presParOf" srcId="{A151402B-65D3-47F5-A5AB-3A4E28F9F89F}" destId="{3FD9A99D-E26B-4A31-A5DD-29D0E57F879C}" srcOrd="0" destOrd="0" presId="urn:microsoft.com/office/officeart/2005/8/layout/hierarchy6"/>
    <dgm:cxn modelId="{CC0C91C1-40B9-49CF-A854-72F6C4EC1167}" type="presParOf" srcId="{A151402B-65D3-47F5-A5AB-3A4E28F9F89F}" destId="{635D18D1-F60A-4BE1-8E97-7C4D4E7F57BC}" srcOrd="1" destOrd="0" presId="urn:microsoft.com/office/officeart/2005/8/layout/hierarchy6"/>
    <dgm:cxn modelId="{3F70447C-B5F8-4D53-BE85-A10BBA9F58E2}" type="presParOf" srcId="{2E79C81E-3EC2-479E-8284-7F5C79FF1AF5}" destId="{23BEBFF1-26ED-4B4D-94D3-E4EF26BDD280}" srcOrd="6" destOrd="0" presId="urn:microsoft.com/office/officeart/2005/8/layout/hierarchy6"/>
    <dgm:cxn modelId="{CBE56801-07AB-4D42-8DE9-FEDBCAA12417}" type="presParOf" srcId="{2E79C81E-3EC2-479E-8284-7F5C79FF1AF5}" destId="{F3840DF1-AE10-4D7C-AD48-447A531EA6FF}" srcOrd="7" destOrd="0" presId="urn:microsoft.com/office/officeart/2005/8/layout/hierarchy6"/>
    <dgm:cxn modelId="{3C0F51A5-6849-431E-9076-230C2ED9F8A9}" type="presParOf" srcId="{F3840DF1-AE10-4D7C-AD48-447A531EA6FF}" destId="{9A040494-7EBB-457C-B04F-DD9170E68733}" srcOrd="0" destOrd="0" presId="urn:microsoft.com/office/officeart/2005/8/layout/hierarchy6"/>
    <dgm:cxn modelId="{FB6B5C3A-E718-4B01-BE96-53DA25EBA86C}" type="presParOf" srcId="{F3840DF1-AE10-4D7C-AD48-447A531EA6FF}" destId="{53A43C3C-D6AB-491D-B3A9-4162047C017C}" srcOrd="1" destOrd="0" presId="urn:microsoft.com/office/officeart/2005/8/layout/hierarchy6"/>
    <dgm:cxn modelId="{45D6F80C-EC2B-4794-B6FD-39651CB2B2D8}" type="presParOf" srcId="{2E79C81E-3EC2-479E-8284-7F5C79FF1AF5}" destId="{016F4319-81D0-4C72-A891-A2FECF4D14A3}" srcOrd="8" destOrd="0" presId="urn:microsoft.com/office/officeart/2005/8/layout/hierarchy6"/>
    <dgm:cxn modelId="{D3D989A0-598D-4101-89CE-7D749D588FF7}" type="presParOf" srcId="{2E79C81E-3EC2-479E-8284-7F5C79FF1AF5}" destId="{D21C7E08-FF64-4574-9628-8F0187BE7E91}" srcOrd="9" destOrd="0" presId="urn:microsoft.com/office/officeart/2005/8/layout/hierarchy6"/>
    <dgm:cxn modelId="{6216A12A-722F-4CF7-B348-30DCD7B30B7C}" type="presParOf" srcId="{D21C7E08-FF64-4574-9628-8F0187BE7E91}" destId="{AD8074EF-8A7C-4762-8009-76A1F2961BC0}" srcOrd="0" destOrd="0" presId="urn:microsoft.com/office/officeart/2005/8/layout/hierarchy6"/>
    <dgm:cxn modelId="{F90205C7-4B4D-4F79-9D77-018EBB0CFF41}" type="presParOf" srcId="{D21C7E08-FF64-4574-9628-8F0187BE7E91}" destId="{0CE16C0F-82C7-4CC0-BB9C-CF63D664138A}" srcOrd="1" destOrd="0" presId="urn:microsoft.com/office/officeart/2005/8/layout/hierarchy6"/>
    <dgm:cxn modelId="{2AA7C821-D35D-4412-B3E9-3A7082EB173E}" type="presParOf" srcId="{116FE381-72BA-49B5-8B3F-5D5D420FFBE5}" destId="{67968178-231A-4C69-8864-9DE00B5A7E79}" srcOrd="2" destOrd="0" presId="urn:microsoft.com/office/officeart/2005/8/layout/hierarchy6"/>
    <dgm:cxn modelId="{9A250236-C237-4BE9-8735-0DE00F100BEA}" type="presParOf" srcId="{116FE381-72BA-49B5-8B3F-5D5D420FFBE5}" destId="{18F9902A-D8B1-4D0F-A43D-489D89EC632C}" srcOrd="3" destOrd="0" presId="urn:microsoft.com/office/officeart/2005/8/layout/hierarchy6"/>
    <dgm:cxn modelId="{1384205A-D15D-4232-8A6B-6D469F750577}" type="presParOf" srcId="{18F9902A-D8B1-4D0F-A43D-489D89EC632C}" destId="{C435C9A0-F231-4957-B876-154A89557E1D}" srcOrd="0" destOrd="0" presId="urn:microsoft.com/office/officeart/2005/8/layout/hierarchy6"/>
    <dgm:cxn modelId="{2443733F-B40A-4F4E-9445-30C88FF0215C}" type="presParOf" srcId="{18F9902A-D8B1-4D0F-A43D-489D89EC632C}" destId="{A7ED44F1-15E9-4779-8B3B-DEB0C2C56CC1}" srcOrd="1" destOrd="0" presId="urn:microsoft.com/office/officeart/2005/8/layout/hierarchy6"/>
    <dgm:cxn modelId="{3117B38A-FC04-43AA-B6C4-E4EA17032E94}" type="presParOf" srcId="{116FE381-72BA-49B5-8B3F-5D5D420FFBE5}" destId="{F8F9D66B-062E-479C-8615-EC4A6C34152A}" srcOrd="4" destOrd="0" presId="urn:microsoft.com/office/officeart/2005/8/layout/hierarchy6"/>
    <dgm:cxn modelId="{0D8E0800-1ABE-4203-85D6-18CD31AB7A47}" type="presParOf" srcId="{116FE381-72BA-49B5-8B3F-5D5D420FFBE5}" destId="{2D98D97E-224B-471B-9804-0E2AC08E3B82}" srcOrd="5" destOrd="0" presId="urn:microsoft.com/office/officeart/2005/8/layout/hierarchy6"/>
    <dgm:cxn modelId="{140329C6-91D7-4A64-8BAA-0A1375D94DB4}" type="presParOf" srcId="{2D98D97E-224B-471B-9804-0E2AC08E3B82}" destId="{5F777D27-35FF-4E83-918D-E3306AB22511}" srcOrd="0" destOrd="0" presId="urn:microsoft.com/office/officeart/2005/8/layout/hierarchy6"/>
    <dgm:cxn modelId="{88DF20B6-CA90-4D8C-8A3F-6FE328DB13D7}" type="presParOf" srcId="{2D98D97E-224B-471B-9804-0E2AC08E3B82}" destId="{F503B6EA-1E04-49E8-86A6-E8AD248B6866}" srcOrd="1" destOrd="0" presId="urn:microsoft.com/office/officeart/2005/8/layout/hierarchy6"/>
    <dgm:cxn modelId="{9BD44B1E-FC86-4EAA-AAEB-9194E34F0162}" type="presParOf" srcId="{116FE381-72BA-49B5-8B3F-5D5D420FFBE5}" destId="{EA799F3A-69F4-4D8E-BDE4-C8EC2ADF1E32}" srcOrd="6" destOrd="0" presId="urn:microsoft.com/office/officeart/2005/8/layout/hierarchy6"/>
    <dgm:cxn modelId="{E7A708D6-9DC4-463E-A28D-C304758AF57D}" type="presParOf" srcId="{116FE381-72BA-49B5-8B3F-5D5D420FFBE5}" destId="{CBBDFFD2-CCFE-4F36-AF2E-81F6B1EFF516}" srcOrd="7" destOrd="0" presId="urn:microsoft.com/office/officeart/2005/8/layout/hierarchy6"/>
    <dgm:cxn modelId="{A11906F6-5B9F-44D4-AC8D-82C201E2E68C}" type="presParOf" srcId="{CBBDFFD2-CCFE-4F36-AF2E-81F6B1EFF516}" destId="{6E5147A5-A269-4D93-855F-85507CDA5D18}" srcOrd="0" destOrd="0" presId="urn:microsoft.com/office/officeart/2005/8/layout/hierarchy6"/>
    <dgm:cxn modelId="{E8E3AA0C-B9C6-48C3-A778-9B8394A3D930}" type="presParOf" srcId="{CBBDFFD2-CCFE-4F36-AF2E-81F6B1EFF516}" destId="{DDAD1923-C244-481C-9885-588826893779}" srcOrd="1" destOrd="0" presId="urn:microsoft.com/office/officeart/2005/8/layout/hierarchy6"/>
    <dgm:cxn modelId="{16DC9464-A481-4BAB-ACAB-54C210746C18}" type="presParOf" srcId="{116FE381-72BA-49B5-8B3F-5D5D420FFBE5}" destId="{E0B3242B-E948-4161-9750-E31C58D901A8}" srcOrd="8" destOrd="0" presId="urn:microsoft.com/office/officeart/2005/8/layout/hierarchy6"/>
    <dgm:cxn modelId="{10A37C7E-9145-4A32-8EFF-EBBBA49F5BB4}" type="presParOf" srcId="{116FE381-72BA-49B5-8B3F-5D5D420FFBE5}" destId="{72664677-5742-4BF0-8808-DD87BEDF8F31}" srcOrd="9" destOrd="0" presId="urn:microsoft.com/office/officeart/2005/8/layout/hierarchy6"/>
    <dgm:cxn modelId="{388E2533-383C-4ED3-A169-08AA88248AEC}" type="presParOf" srcId="{72664677-5742-4BF0-8808-DD87BEDF8F31}" destId="{E3227F66-175E-401C-BEA1-388576B824C5}" srcOrd="0" destOrd="0" presId="urn:microsoft.com/office/officeart/2005/8/layout/hierarchy6"/>
    <dgm:cxn modelId="{3A7A24B4-4749-43F2-9939-8A0090A60C4C}" type="presParOf" srcId="{72664677-5742-4BF0-8808-DD87BEDF8F31}" destId="{4F259A70-64E8-4D10-A799-4CDAF39CBC29}" srcOrd="1" destOrd="0" presId="urn:microsoft.com/office/officeart/2005/8/layout/hierarchy6"/>
    <dgm:cxn modelId="{7BA7095C-8BB1-4798-BC5B-C867AFCB81F7}" type="presParOf" srcId="{116FE381-72BA-49B5-8B3F-5D5D420FFBE5}" destId="{C7BA4AE7-8954-415B-9697-3BD2107CC453}" srcOrd="10" destOrd="0" presId="urn:microsoft.com/office/officeart/2005/8/layout/hierarchy6"/>
    <dgm:cxn modelId="{43699AA0-AECC-4D58-BFAD-BE3EA5D9D886}" type="presParOf" srcId="{116FE381-72BA-49B5-8B3F-5D5D420FFBE5}" destId="{2D28004F-2246-4057-B2BE-F628498CA236}" srcOrd="11" destOrd="0" presId="urn:microsoft.com/office/officeart/2005/8/layout/hierarchy6"/>
    <dgm:cxn modelId="{8DC23B95-B2D1-4B85-844E-883E18A031E5}" type="presParOf" srcId="{2D28004F-2246-4057-B2BE-F628498CA236}" destId="{9C7F7735-F7DB-4697-86BF-D771755A092C}" srcOrd="0" destOrd="0" presId="urn:microsoft.com/office/officeart/2005/8/layout/hierarchy6"/>
    <dgm:cxn modelId="{A67739A5-B1B8-443C-A326-97214DA81C52}" type="presParOf" srcId="{2D28004F-2246-4057-B2BE-F628498CA236}" destId="{F35E2218-7E3A-4F2B-AA96-B861E49E5FA0}" srcOrd="1" destOrd="0" presId="urn:microsoft.com/office/officeart/2005/8/layout/hierarchy6"/>
    <dgm:cxn modelId="{BBBBADEB-B61E-4D92-9B72-A547BA886D30}" type="presParOf" srcId="{116FE381-72BA-49B5-8B3F-5D5D420FFBE5}" destId="{67441157-BCAA-4DF3-B974-47F2F337BB69}" srcOrd="12" destOrd="0" presId="urn:microsoft.com/office/officeart/2005/8/layout/hierarchy6"/>
    <dgm:cxn modelId="{02913AF9-10CC-4E8D-8527-BA6699A95D79}" type="presParOf" srcId="{116FE381-72BA-49B5-8B3F-5D5D420FFBE5}" destId="{3A37CA30-A128-43D2-B7A0-25D07129CD20}" srcOrd="13" destOrd="0" presId="urn:microsoft.com/office/officeart/2005/8/layout/hierarchy6"/>
    <dgm:cxn modelId="{7D51B0D1-60B3-4B1A-BFA1-31927661F37B}" type="presParOf" srcId="{3A37CA30-A128-43D2-B7A0-25D07129CD20}" destId="{3E432FCF-8F94-4186-98B7-C89883AC6B36}" srcOrd="0" destOrd="0" presId="urn:microsoft.com/office/officeart/2005/8/layout/hierarchy6"/>
    <dgm:cxn modelId="{A925DE7B-B299-45B6-9FE9-748642E28FCC}" type="presParOf" srcId="{3A37CA30-A128-43D2-B7A0-25D07129CD20}" destId="{078A5A5B-2A1E-4CBC-A7D0-81D8E72F29AD}" srcOrd="1" destOrd="0" presId="urn:microsoft.com/office/officeart/2005/8/layout/hierarchy6"/>
    <dgm:cxn modelId="{AEBFE3DB-01DF-4BC9-807D-4426DABCA884}" type="presParOf" srcId="{116FE381-72BA-49B5-8B3F-5D5D420FFBE5}" destId="{504BD47B-D784-4ED2-BA72-6FB177A1AAA9}" srcOrd="14" destOrd="0" presId="urn:microsoft.com/office/officeart/2005/8/layout/hierarchy6"/>
    <dgm:cxn modelId="{BCAA5FF2-4528-4371-8727-9845863E608D}" type="presParOf" srcId="{116FE381-72BA-49B5-8B3F-5D5D420FFBE5}" destId="{6B9FE425-74E9-4619-80EC-36F988A40DE1}" srcOrd="15" destOrd="0" presId="urn:microsoft.com/office/officeart/2005/8/layout/hierarchy6"/>
    <dgm:cxn modelId="{D9B5AFD2-8585-4547-A9B7-37B62736B33C}" type="presParOf" srcId="{6B9FE425-74E9-4619-80EC-36F988A40DE1}" destId="{4A3D04DC-E9C2-48FD-87F9-5CE9A2B2E4C4}" srcOrd="0" destOrd="0" presId="urn:microsoft.com/office/officeart/2005/8/layout/hierarchy6"/>
    <dgm:cxn modelId="{E0C80385-26DC-4494-B7B1-0934D38B4BF2}" type="presParOf" srcId="{6B9FE425-74E9-4619-80EC-36F988A40DE1}" destId="{E2AF3D03-B36C-4517-B45D-8DE27D638874}" srcOrd="1" destOrd="0" presId="urn:microsoft.com/office/officeart/2005/8/layout/hierarchy6"/>
    <dgm:cxn modelId="{2644617B-55CF-4BCB-8C0C-2BCCB5476719}" type="presParOf" srcId="{E2AF3D03-B36C-4517-B45D-8DE27D638874}" destId="{F0F349FD-CA07-4C9E-A21B-50A385701607}" srcOrd="0" destOrd="0" presId="urn:microsoft.com/office/officeart/2005/8/layout/hierarchy6"/>
    <dgm:cxn modelId="{0DB1B789-B6EB-4AE9-8C3B-A049F4268347}" type="presParOf" srcId="{E2AF3D03-B36C-4517-B45D-8DE27D638874}" destId="{E020733A-1B19-47E9-A4E7-0370443B3690}" srcOrd="1" destOrd="0" presId="urn:microsoft.com/office/officeart/2005/8/layout/hierarchy6"/>
    <dgm:cxn modelId="{87129E30-810A-4DDF-8808-8A04AA4F406B}" type="presParOf" srcId="{E020733A-1B19-47E9-A4E7-0370443B3690}" destId="{2347693B-44AE-4444-B229-CF6D8D5496AA}" srcOrd="0" destOrd="0" presId="urn:microsoft.com/office/officeart/2005/8/layout/hierarchy6"/>
    <dgm:cxn modelId="{5BD8B6D4-EC09-4C08-A4FB-E2E545920110}" type="presParOf" srcId="{E020733A-1B19-47E9-A4E7-0370443B3690}" destId="{4976CC6C-84CC-4590-AEB7-07B6DDC134E8}" srcOrd="1" destOrd="0" presId="urn:microsoft.com/office/officeart/2005/8/layout/hierarchy6"/>
    <dgm:cxn modelId="{BB77480A-4A43-4676-BCE3-ADDA98623C3C}" type="presParOf" srcId="{E2AF3D03-B36C-4517-B45D-8DE27D638874}" destId="{B53FB79F-C44F-408F-9AE5-3218A8FA6032}" srcOrd="2" destOrd="0" presId="urn:microsoft.com/office/officeart/2005/8/layout/hierarchy6"/>
    <dgm:cxn modelId="{F959DA4B-9F8E-4CE6-8E5A-001A95B296FE}" type="presParOf" srcId="{E2AF3D03-B36C-4517-B45D-8DE27D638874}" destId="{AFAF3E1C-7B3B-4D17-A4C7-C5A3AE3DE561}" srcOrd="3" destOrd="0" presId="urn:microsoft.com/office/officeart/2005/8/layout/hierarchy6"/>
    <dgm:cxn modelId="{9D5715A8-19DA-4824-B906-F5280FE71AF4}" type="presParOf" srcId="{AFAF3E1C-7B3B-4D17-A4C7-C5A3AE3DE561}" destId="{504A7213-4D7A-4896-983D-3366A019F226}" srcOrd="0" destOrd="0" presId="urn:microsoft.com/office/officeart/2005/8/layout/hierarchy6"/>
    <dgm:cxn modelId="{A66E806B-559E-4B4F-A46F-D6BD29D17B95}" type="presParOf" srcId="{AFAF3E1C-7B3B-4D17-A4C7-C5A3AE3DE561}" destId="{2E74D025-1A1B-4250-924B-243EFA3DB645}" srcOrd="1" destOrd="0" presId="urn:microsoft.com/office/officeart/2005/8/layout/hierarchy6"/>
    <dgm:cxn modelId="{D54803FE-0192-46FA-874C-C9D6DA5DCBF5}" type="presParOf" srcId="{E2AF3D03-B36C-4517-B45D-8DE27D638874}" destId="{5B305256-9BC1-4720-85A0-30500880478E}" srcOrd="4" destOrd="0" presId="urn:microsoft.com/office/officeart/2005/8/layout/hierarchy6"/>
    <dgm:cxn modelId="{D811532C-F2FE-4FA3-A868-54F458305C70}" type="presParOf" srcId="{E2AF3D03-B36C-4517-B45D-8DE27D638874}" destId="{90EED147-8F93-487A-A383-5BF746C3B464}" srcOrd="5" destOrd="0" presId="urn:microsoft.com/office/officeart/2005/8/layout/hierarchy6"/>
    <dgm:cxn modelId="{753A889D-5231-4F01-BB76-9FDBADA6C604}" type="presParOf" srcId="{90EED147-8F93-487A-A383-5BF746C3B464}" destId="{952F88AB-DF3F-4D73-B13F-72C4F18FBADC}" srcOrd="0" destOrd="0" presId="urn:microsoft.com/office/officeart/2005/8/layout/hierarchy6"/>
    <dgm:cxn modelId="{4758B25B-99AE-4A78-AC45-3EB205B1FA49}" type="presParOf" srcId="{90EED147-8F93-487A-A383-5BF746C3B464}" destId="{4D89F7B7-75C7-42D1-A953-8C80B81AD72D}" srcOrd="1" destOrd="0" presId="urn:microsoft.com/office/officeart/2005/8/layout/hierarchy6"/>
    <dgm:cxn modelId="{75B93CB4-CBC0-4735-A916-0BE0B00E2D0C}" type="presParOf" srcId="{E2AF3D03-B36C-4517-B45D-8DE27D638874}" destId="{6A99481A-21B3-4C2E-98F6-47DF6C81C6CE}" srcOrd="6" destOrd="0" presId="urn:microsoft.com/office/officeart/2005/8/layout/hierarchy6"/>
    <dgm:cxn modelId="{3DDA8AB6-B488-4880-B5E8-252FCB813697}" type="presParOf" srcId="{E2AF3D03-B36C-4517-B45D-8DE27D638874}" destId="{98B4559C-B266-4462-A5E7-E2C117918018}" srcOrd="7" destOrd="0" presId="urn:microsoft.com/office/officeart/2005/8/layout/hierarchy6"/>
    <dgm:cxn modelId="{DB10F832-FF81-4A69-B138-89A4911C6DE9}" type="presParOf" srcId="{98B4559C-B266-4462-A5E7-E2C117918018}" destId="{597FBAC4-CB6C-4343-BE61-B4625D48EAB6}" srcOrd="0" destOrd="0" presId="urn:microsoft.com/office/officeart/2005/8/layout/hierarchy6"/>
    <dgm:cxn modelId="{2BD01196-52E6-4AE0-97EC-C6B11622F611}" type="presParOf" srcId="{98B4559C-B266-4462-A5E7-E2C117918018}" destId="{13155B83-C611-4F26-87F5-CF3D4224691F}" srcOrd="1" destOrd="0" presId="urn:microsoft.com/office/officeart/2005/8/layout/hierarchy6"/>
    <dgm:cxn modelId="{8518C8FE-9723-4E35-9121-EDCD68B16E00}" type="presParOf" srcId="{E2AF3D03-B36C-4517-B45D-8DE27D638874}" destId="{C1C84888-C4B9-4CDE-82ED-1451473F50AB}" srcOrd="8" destOrd="0" presId="urn:microsoft.com/office/officeart/2005/8/layout/hierarchy6"/>
    <dgm:cxn modelId="{FB978CF2-9CC2-4F44-AF52-1E8F9EECA32D}" type="presParOf" srcId="{E2AF3D03-B36C-4517-B45D-8DE27D638874}" destId="{671C0519-5DB9-4BC7-8F6C-1B1C0564A7CD}" srcOrd="9" destOrd="0" presId="urn:microsoft.com/office/officeart/2005/8/layout/hierarchy6"/>
    <dgm:cxn modelId="{2156A57F-94B1-4770-B526-5EFE1C7A11DB}" type="presParOf" srcId="{671C0519-5DB9-4BC7-8F6C-1B1C0564A7CD}" destId="{ECAFEE01-30A4-4730-85F4-7EF41848F92D}" srcOrd="0" destOrd="0" presId="urn:microsoft.com/office/officeart/2005/8/layout/hierarchy6"/>
    <dgm:cxn modelId="{803A5C65-B2DA-4DC8-AB8A-8F77C15E472F}" type="presParOf" srcId="{671C0519-5DB9-4BC7-8F6C-1B1C0564A7CD}" destId="{C1C8FD80-E0AF-46A4-A808-BB2D76F25B88}" srcOrd="1" destOrd="0" presId="urn:microsoft.com/office/officeart/2005/8/layout/hierarchy6"/>
    <dgm:cxn modelId="{B9F878F1-A1D5-4CC3-83AE-1CB1AE71E21F}" type="presParOf" srcId="{116FE381-72BA-49B5-8B3F-5D5D420FFBE5}" destId="{E0A9BE02-5100-480C-92CB-C8075551E6C0}" srcOrd="16" destOrd="0" presId="urn:microsoft.com/office/officeart/2005/8/layout/hierarchy6"/>
    <dgm:cxn modelId="{D272D85E-90C5-493A-946A-1EFC0B68173A}" type="presParOf" srcId="{116FE381-72BA-49B5-8B3F-5D5D420FFBE5}" destId="{2085A411-7733-4F63-8FF7-E2F9B9E66571}" srcOrd="17" destOrd="0" presId="urn:microsoft.com/office/officeart/2005/8/layout/hierarchy6"/>
    <dgm:cxn modelId="{B233950F-5F51-4796-834B-C7BD9DB50E17}" type="presParOf" srcId="{2085A411-7733-4F63-8FF7-E2F9B9E66571}" destId="{C031C3FD-5716-4B98-9683-4BF7C12119FE}" srcOrd="0" destOrd="0" presId="urn:microsoft.com/office/officeart/2005/8/layout/hierarchy6"/>
    <dgm:cxn modelId="{68A7FA7B-A1C6-4432-B312-2F55FA5C7904}" type="presParOf" srcId="{2085A411-7733-4F63-8FF7-E2F9B9E66571}" destId="{CBCF92D2-5410-4BD2-A361-C00AEC1AADED}" srcOrd="1" destOrd="0" presId="urn:microsoft.com/office/officeart/2005/8/layout/hierarchy6"/>
    <dgm:cxn modelId="{E89C0999-48E2-4DEC-812C-96A83C7D421B}" type="presParOf" srcId="{116FE381-72BA-49B5-8B3F-5D5D420FFBE5}" destId="{C7998434-39E1-43FF-B17B-EEA13B55FFE6}" srcOrd="18" destOrd="0" presId="urn:microsoft.com/office/officeart/2005/8/layout/hierarchy6"/>
    <dgm:cxn modelId="{3F8E2C28-25FC-47A9-A429-B258C8566B4D}" type="presParOf" srcId="{116FE381-72BA-49B5-8B3F-5D5D420FFBE5}" destId="{46C23390-546A-4C7C-88B9-AFDD19187404}" srcOrd="19" destOrd="0" presId="urn:microsoft.com/office/officeart/2005/8/layout/hierarchy6"/>
    <dgm:cxn modelId="{5B492707-B0CE-4E8F-85D0-10FFDCD58939}" type="presParOf" srcId="{46C23390-546A-4C7C-88B9-AFDD19187404}" destId="{543B54BC-9FF7-4FD9-9674-1AFB624638E1}" srcOrd="0" destOrd="0" presId="urn:microsoft.com/office/officeart/2005/8/layout/hierarchy6"/>
    <dgm:cxn modelId="{AB01C596-9BA5-415A-B59E-56D1589BDA2A}" type="presParOf" srcId="{46C23390-546A-4C7C-88B9-AFDD19187404}" destId="{FBE6DADB-0614-434B-B7D2-FCCD3F4C8AC3}" srcOrd="1" destOrd="0" presId="urn:microsoft.com/office/officeart/2005/8/layout/hierarchy6"/>
    <dgm:cxn modelId="{A9C64621-E333-43C4-B5AF-EAB00508F8D3}" type="presParOf" srcId="{116FE381-72BA-49B5-8B3F-5D5D420FFBE5}" destId="{ED82C99B-B187-439F-8449-29A81FD7754B}" srcOrd="20" destOrd="0" presId="urn:microsoft.com/office/officeart/2005/8/layout/hierarchy6"/>
    <dgm:cxn modelId="{C8333A5E-C19F-410D-8C41-AAC3D6B00623}" type="presParOf" srcId="{116FE381-72BA-49B5-8B3F-5D5D420FFBE5}" destId="{B056D7E7-348C-45F7-94DF-B711F77D621D}" srcOrd="21" destOrd="0" presId="urn:microsoft.com/office/officeart/2005/8/layout/hierarchy6"/>
    <dgm:cxn modelId="{B30B6B3E-5254-432C-91AF-ADACC52B40E5}" type="presParOf" srcId="{B056D7E7-348C-45F7-94DF-B711F77D621D}" destId="{67D2C5B6-0DDD-4CF3-AFC4-3E3FABE0A148}" srcOrd="0" destOrd="0" presId="urn:microsoft.com/office/officeart/2005/8/layout/hierarchy6"/>
    <dgm:cxn modelId="{81E23AEE-B1E6-4327-B70A-1355A528CE21}" type="presParOf" srcId="{B056D7E7-348C-45F7-94DF-B711F77D621D}" destId="{645855CA-FA88-4D40-B631-129892EC87ED}" srcOrd="1" destOrd="0" presId="urn:microsoft.com/office/officeart/2005/8/layout/hierarchy6"/>
    <dgm:cxn modelId="{F5C42077-4E80-40D7-B1C0-B18D883A0F27}" type="presParOf" srcId="{116FE381-72BA-49B5-8B3F-5D5D420FFBE5}" destId="{CE99067F-C570-460C-BD2B-1881417EC5D0}" srcOrd="22" destOrd="0" presId="urn:microsoft.com/office/officeart/2005/8/layout/hierarchy6"/>
    <dgm:cxn modelId="{B69066C8-371B-4089-AB1D-E550F587CB04}" type="presParOf" srcId="{116FE381-72BA-49B5-8B3F-5D5D420FFBE5}" destId="{72F6F397-7A1D-43F4-8D6C-3BE341034090}" srcOrd="23" destOrd="0" presId="urn:microsoft.com/office/officeart/2005/8/layout/hierarchy6"/>
    <dgm:cxn modelId="{504FA43E-AAB3-4DA0-A1BD-1ABC42AE232C}" type="presParOf" srcId="{72F6F397-7A1D-43F4-8D6C-3BE341034090}" destId="{7A88677E-DB1F-4B9E-8920-EC6F1B425846}" srcOrd="0" destOrd="0" presId="urn:microsoft.com/office/officeart/2005/8/layout/hierarchy6"/>
    <dgm:cxn modelId="{E39F95F1-3D39-4855-AA59-10F2E4BB4805}" type="presParOf" srcId="{72F6F397-7A1D-43F4-8D6C-3BE341034090}" destId="{0F40C8F7-DDFF-4924-9403-7AF16ACE6C4E}" srcOrd="1" destOrd="0" presId="urn:microsoft.com/office/officeart/2005/8/layout/hierarchy6"/>
    <dgm:cxn modelId="{DA4FE544-5A00-4B5A-B2C2-69F90E7EAFEF}" type="presParOf" srcId="{116FE381-72BA-49B5-8B3F-5D5D420FFBE5}" destId="{A0F86A73-B7F5-49CA-AAB9-55A2BAB936F4}" srcOrd="24" destOrd="0" presId="urn:microsoft.com/office/officeart/2005/8/layout/hierarchy6"/>
    <dgm:cxn modelId="{10D8C043-8D04-4054-BA83-7B520B2FC3C6}" type="presParOf" srcId="{116FE381-72BA-49B5-8B3F-5D5D420FFBE5}" destId="{287E5988-5C9E-4642-B847-1088F040D2BA}" srcOrd="25" destOrd="0" presId="urn:microsoft.com/office/officeart/2005/8/layout/hierarchy6"/>
    <dgm:cxn modelId="{A4D59C22-5AF0-4AE6-905E-9DE7FA150602}" type="presParOf" srcId="{287E5988-5C9E-4642-B847-1088F040D2BA}" destId="{F90838D0-0797-4EA1-9187-A201F7F3814A}" srcOrd="0" destOrd="0" presId="urn:microsoft.com/office/officeart/2005/8/layout/hierarchy6"/>
    <dgm:cxn modelId="{933827FF-672E-4D5B-9F18-DF4F5C8BC363}" type="presParOf" srcId="{287E5988-5C9E-4642-B847-1088F040D2BA}" destId="{D5DA0D75-92A3-4B66-83EE-F4D8005BE622}" srcOrd="1" destOrd="0" presId="urn:microsoft.com/office/officeart/2005/8/layout/hierarchy6"/>
    <dgm:cxn modelId="{17CB4B8D-BC78-413F-AEC5-9EB2A15F5375}" type="presParOf" srcId="{960F349F-281D-4478-9822-0B84C0FCB136}" destId="{4902DD66-BF91-4689-8E3C-D2D2491D9083}"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main"/>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E5D52E-777F-4522-85DC-812790865A7F}">
      <dsp:nvSpPr>
        <dsp:cNvPr id="0" name=""/>
        <dsp:cNvSpPr/>
      </dsp:nvSpPr>
      <dsp:spPr>
        <a:xfrm>
          <a:off x="12174538" y="1637503"/>
          <a:ext cx="1589733" cy="805401"/>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latin typeface="微软雅黑" panose="020B0503020204020204" pitchFamily="34" charset="-122"/>
              <a:ea typeface="微软雅黑" panose="020B0503020204020204" pitchFamily="34" charset="-122"/>
            </a:rPr>
            <a:t>项目总负责人</a:t>
          </a:r>
          <a:endParaRPr lang="en-US" altLang="zh-CN" sz="1300" kern="120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a:latin typeface="微软雅黑" panose="020B0503020204020204" pitchFamily="34" charset="-122"/>
              <a:ea typeface="微软雅黑" panose="020B0503020204020204" pitchFamily="34" charset="-122"/>
            </a:rPr>
            <a:t>刘晓龙</a:t>
          </a:r>
        </a:p>
      </dsp:txBody>
      <dsp:txXfrm>
        <a:off x="12198127" y="1661092"/>
        <a:ext cx="1542555" cy="758223"/>
      </dsp:txXfrm>
    </dsp:sp>
    <dsp:sp modelId="{CFF0E150-BB01-4791-8A6E-DEEF4FE93727}">
      <dsp:nvSpPr>
        <dsp:cNvPr id="0" name=""/>
        <dsp:cNvSpPr/>
      </dsp:nvSpPr>
      <dsp:spPr>
        <a:xfrm>
          <a:off x="12906220" y="2442905"/>
          <a:ext cx="91440" cy="272509"/>
        </a:xfrm>
        <a:custGeom>
          <a:avLst/>
          <a:gdLst/>
          <a:ahLst/>
          <a:cxnLst/>
          <a:rect l="0" t="0" r="0" b="0"/>
          <a:pathLst>
            <a:path>
              <a:moveTo>
                <a:pt x="63185" y="0"/>
              </a:moveTo>
              <a:lnTo>
                <a:pt x="63185" y="136254"/>
              </a:lnTo>
              <a:lnTo>
                <a:pt x="45720" y="136254"/>
              </a:lnTo>
              <a:lnTo>
                <a:pt x="45720" y="272509"/>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B7F6F1-1883-4F70-948E-505EE45C59DA}">
      <dsp:nvSpPr>
        <dsp:cNvPr id="0" name=""/>
        <dsp:cNvSpPr/>
      </dsp:nvSpPr>
      <dsp:spPr>
        <a:xfrm>
          <a:off x="12114798" y="2715415"/>
          <a:ext cx="1674283" cy="925828"/>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项目总监</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叶晓璐</a:t>
          </a:r>
        </a:p>
      </dsp:txBody>
      <dsp:txXfrm>
        <a:off x="12141915" y="2742532"/>
        <a:ext cx="1620049" cy="871594"/>
      </dsp:txXfrm>
    </dsp:sp>
    <dsp:sp modelId="{D91B020D-590A-4668-9AA4-BA954F67BAA3}">
      <dsp:nvSpPr>
        <dsp:cNvPr id="0" name=""/>
        <dsp:cNvSpPr/>
      </dsp:nvSpPr>
      <dsp:spPr>
        <a:xfrm>
          <a:off x="12906220" y="3641243"/>
          <a:ext cx="91440" cy="293652"/>
        </a:xfrm>
        <a:custGeom>
          <a:avLst/>
          <a:gdLst/>
          <a:ahLst/>
          <a:cxnLst/>
          <a:rect l="0" t="0" r="0" b="0"/>
          <a:pathLst>
            <a:path>
              <a:moveTo>
                <a:pt x="45720" y="0"/>
              </a:moveTo>
              <a:lnTo>
                <a:pt x="4572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761503-4A67-45BD-ADBF-D28E96865A8D}">
      <dsp:nvSpPr>
        <dsp:cNvPr id="0" name=""/>
        <dsp:cNvSpPr/>
      </dsp:nvSpPr>
      <dsp:spPr>
        <a:xfrm>
          <a:off x="12009094" y="3934896"/>
          <a:ext cx="1885691" cy="67900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项目经理</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童昌杰</a:t>
          </a:r>
        </a:p>
      </dsp:txBody>
      <dsp:txXfrm>
        <a:off x="12028981" y="3954783"/>
        <a:ext cx="1845917" cy="639232"/>
      </dsp:txXfrm>
    </dsp:sp>
    <dsp:sp modelId="{45746147-5E8C-4436-8EBF-6C62BC65604F}">
      <dsp:nvSpPr>
        <dsp:cNvPr id="0" name=""/>
        <dsp:cNvSpPr/>
      </dsp:nvSpPr>
      <dsp:spPr>
        <a:xfrm>
          <a:off x="3581262" y="4613902"/>
          <a:ext cx="9370678" cy="293652"/>
        </a:xfrm>
        <a:custGeom>
          <a:avLst/>
          <a:gdLst/>
          <a:ahLst/>
          <a:cxnLst/>
          <a:rect l="0" t="0" r="0" b="0"/>
          <a:pathLst>
            <a:path>
              <a:moveTo>
                <a:pt x="9370678" y="0"/>
              </a:moveTo>
              <a:lnTo>
                <a:pt x="9370678"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B25EB1-9588-4802-AD29-8820C97D3868}">
      <dsp:nvSpPr>
        <dsp:cNvPr id="0" name=""/>
        <dsp:cNvSpPr/>
      </dsp:nvSpPr>
      <dsp:spPr>
        <a:xfrm>
          <a:off x="2719007" y="4907555"/>
          <a:ext cx="1724509" cy="85128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SPM-</a:t>
          </a:r>
          <a:r>
            <a:rPr lang="zh-CN" altLang="en-US" sz="1300" kern="1200" dirty="0">
              <a:latin typeface="微软雅黑" panose="020B0503020204020204" pitchFamily="34" charset="-122"/>
              <a:ea typeface="微软雅黑" panose="020B0503020204020204" pitchFamily="34" charset="-122"/>
            </a:rPr>
            <a:t>王岩</a:t>
          </a:r>
        </a:p>
        <a:p>
          <a:pPr marL="0" lvl="0" indent="0" algn="ctr" defTabSz="577850">
            <a:lnSpc>
              <a:spcPct val="90000"/>
            </a:lnSpc>
            <a:spcBef>
              <a:spcPct val="0"/>
            </a:spcBef>
            <a:spcAft>
              <a:spcPct val="35000"/>
            </a:spcAft>
            <a:buNone/>
          </a:pP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endParaRPr lang="zh-CN" altLang="en-US" sz="1300" kern="1200" dirty="0">
            <a:latin typeface="微软雅黑" panose="020B0503020204020204" pitchFamily="34" charset="-122"/>
            <a:ea typeface="微软雅黑" panose="020B0503020204020204" pitchFamily="34" charset="-122"/>
          </a:endParaRPr>
        </a:p>
      </dsp:txBody>
      <dsp:txXfrm>
        <a:off x="2743940" y="4932488"/>
        <a:ext cx="1674643" cy="801418"/>
      </dsp:txXfrm>
    </dsp:sp>
    <dsp:sp modelId="{D6419BED-0DE1-43FF-BC5E-B8188D52723A}">
      <dsp:nvSpPr>
        <dsp:cNvPr id="0" name=""/>
        <dsp:cNvSpPr/>
      </dsp:nvSpPr>
      <dsp:spPr>
        <a:xfrm>
          <a:off x="584439" y="5758840"/>
          <a:ext cx="2996822" cy="293652"/>
        </a:xfrm>
        <a:custGeom>
          <a:avLst/>
          <a:gdLst/>
          <a:ahLst/>
          <a:cxnLst/>
          <a:rect l="0" t="0" r="0" b="0"/>
          <a:pathLst>
            <a:path>
              <a:moveTo>
                <a:pt x="2996822" y="0"/>
              </a:moveTo>
              <a:lnTo>
                <a:pt x="2996822"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C628DE-0136-4184-8FDB-C55F972CBA26}">
      <dsp:nvSpPr>
        <dsp:cNvPr id="0" name=""/>
        <dsp:cNvSpPr/>
      </dsp:nvSpPr>
      <dsp:spPr>
        <a:xfrm>
          <a:off x="5396" y="6052493"/>
          <a:ext cx="1158086" cy="815679"/>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RTE-CSD APP</a:t>
          </a: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王坤</a:t>
          </a:r>
          <a:endParaRPr lang="en-US" altLang="zh-CN" sz="1300" kern="1200" dirty="0">
            <a:latin typeface="微软雅黑" panose="020B0503020204020204" pitchFamily="34" charset="-122"/>
            <a:ea typeface="微软雅黑" panose="020B0503020204020204" pitchFamily="34" charset="-122"/>
          </a:endParaRPr>
        </a:p>
      </dsp:txBody>
      <dsp:txXfrm>
        <a:off x="29286" y="6076383"/>
        <a:ext cx="1110306" cy="767899"/>
      </dsp:txXfrm>
    </dsp:sp>
    <dsp:sp modelId="{8AE2AF57-C44D-4D4C-95AD-284358067682}">
      <dsp:nvSpPr>
        <dsp:cNvPr id="0" name=""/>
        <dsp:cNvSpPr/>
      </dsp:nvSpPr>
      <dsp:spPr>
        <a:xfrm>
          <a:off x="2020087" y="5758840"/>
          <a:ext cx="1561174" cy="293652"/>
        </a:xfrm>
        <a:custGeom>
          <a:avLst/>
          <a:gdLst/>
          <a:ahLst/>
          <a:cxnLst/>
          <a:rect l="0" t="0" r="0" b="0"/>
          <a:pathLst>
            <a:path>
              <a:moveTo>
                <a:pt x="1561174" y="0"/>
              </a:moveTo>
              <a:lnTo>
                <a:pt x="1561174"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C8A211-58C1-4F28-83C8-EA6CA81CEA46}">
      <dsp:nvSpPr>
        <dsp:cNvPr id="0" name=""/>
        <dsp:cNvSpPr/>
      </dsp:nvSpPr>
      <dsp:spPr>
        <a:xfrm>
          <a:off x="1493841" y="6052493"/>
          <a:ext cx="1052492" cy="1147448"/>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RTE-</a:t>
          </a:r>
          <a:r>
            <a:rPr lang="zh-CN" altLang="en-US" sz="1300" kern="1200" dirty="0">
              <a:latin typeface="微软雅黑" panose="020B0503020204020204" pitchFamily="34" charset="-122"/>
              <a:ea typeface="微软雅黑" panose="020B0503020204020204" pitchFamily="34" charset="-122"/>
            </a:rPr>
            <a:t>仪表</a:t>
          </a:r>
          <a:r>
            <a:rPr lang="en-US" altLang="zh-CN" sz="1300" kern="1200" dirty="0">
              <a:latin typeface="微软雅黑" panose="020B0503020204020204" pitchFamily="34" charset="-122"/>
              <a:ea typeface="微软雅黑" panose="020B0503020204020204" pitchFamily="34" charset="-122"/>
            </a:rPr>
            <a:t>APP</a:t>
          </a: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贺雄</a:t>
          </a:r>
        </a:p>
      </dsp:txBody>
      <dsp:txXfrm>
        <a:off x="1524667" y="6083319"/>
        <a:ext cx="990840" cy="1085796"/>
      </dsp:txXfrm>
    </dsp:sp>
    <dsp:sp modelId="{D864AEBD-4CFB-4260-B5C4-B20156A77A25}">
      <dsp:nvSpPr>
        <dsp:cNvPr id="0" name=""/>
        <dsp:cNvSpPr/>
      </dsp:nvSpPr>
      <dsp:spPr>
        <a:xfrm>
          <a:off x="3465026" y="5758840"/>
          <a:ext cx="91440" cy="293652"/>
        </a:xfrm>
        <a:custGeom>
          <a:avLst/>
          <a:gdLst/>
          <a:ahLst/>
          <a:cxnLst/>
          <a:rect l="0" t="0" r="0" b="0"/>
          <a:pathLst>
            <a:path>
              <a:moveTo>
                <a:pt x="116235" y="0"/>
              </a:moveTo>
              <a:lnTo>
                <a:pt x="116235" y="146826"/>
              </a:lnTo>
              <a:lnTo>
                <a:pt x="45720" y="146826"/>
              </a:lnTo>
              <a:lnTo>
                <a:pt x="4572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D9A99D-E26B-4A31-A5DD-29D0E57F879C}">
      <dsp:nvSpPr>
        <dsp:cNvPr id="0" name=""/>
        <dsp:cNvSpPr/>
      </dsp:nvSpPr>
      <dsp:spPr>
        <a:xfrm>
          <a:off x="2876693" y="6052493"/>
          <a:ext cx="1268106" cy="1579507"/>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R</a:t>
          </a:r>
        </a:p>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RTE-</a:t>
          </a:r>
          <a:r>
            <a:rPr lang="zh-CN" altLang="en-US" sz="1300" kern="1200" dirty="0">
              <a:latin typeface="微软雅黑" panose="020B0503020204020204" pitchFamily="34" charset="-122"/>
              <a:ea typeface="微软雅黑" panose="020B0503020204020204" pitchFamily="34" charset="-122"/>
            </a:rPr>
            <a:t>车控域</a:t>
          </a:r>
          <a:r>
            <a:rPr lang="en-US" altLang="zh-CN" sz="1300" kern="1200" dirty="0">
              <a:latin typeface="微软雅黑" panose="020B0503020204020204" pitchFamily="34" charset="-122"/>
              <a:ea typeface="微软雅黑" panose="020B0503020204020204" pitchFamily="34" charset="-122"/>
            </a:rPr>
            <a:t>FWK/MCU</a:t>
          </a:r>
          <a:r>
            <a:rPr lang="zh-CN" altLang="en-US" sz="1300" kern="1200" dirty="0">
              <a:latin typeface="微软雅黑" panose="020B0503020204020204" pitchFamily="34" charset="-122"/>
              <a:ea typeface="微软雅黑" panose="020B0503020204020204" pitchFamily="34" charset="-122"/>
            </a:rPr>
            <a:t>等</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田朋伟</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蒋小玉</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endParaRPr lang="zh-CN" altLang="en-US" sz="1300" kern="1200" dirty="0">
            <a:latin typeface="微软雅黑" panose="020B0503020204020204" pitchFamily="34" charset="-122"/>
            <a:ea typeface="微软雅黑" panose="020B0503020204020204" pitchFamily="34" charset="-122"/>
          </a:endParaRPr>
        </a:p>
      </dsp:txBody>
      <dsp:txXfrm>
        <a:off x="2913835" y="6089635"/>
        <a:ext cx="1193822" cy="1505223"/>
      </dsp:txXfrm>
    </dsp:sp>
    <dsp:sp modelId="{23BEBFF1-26ED-4B4D-94D3-E4EF26BDD280}">
      <dsp:nvSpPr>
        <dsp:cNvPr id="0" name=""/>
        <dsp:cNvSpPr/>
      </dsp:nvSpPr>
      <dsp:spPr>
        <a:xfrm>
          <a:off x="3581262" y="5758840"/>
          <a:ext cx="1524471" cy="293652"/>
        </a:xfrm>
        <a:custGeom>
          <a:avLst/>
          <a:gdLst/>
          <a:ahLst/>
          <a:cxnLst/>
          <a:rect l="0" t="0" r="0" b="0"/>
          <a:pathLst>
            <a:path>
              <a:moveTo>
                <a:pt x="0" y="0"/>
              </a:moveTo>
              <a:lnTo>
                <a:pt x="0" y="146826"/>
              </a:lnTo>
              <a:lnTo>
                <a:pt x="1524471" y="146826"/>
              </a:lnTo>
              <a:lnTo>
                <a:pt x="1524471"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040494-7EBB-457C-B04F-DD9170E68733}">
      <dsp:nvSpPr>
        <dsp:cNvPr id="0" name=""/>
        <dsp:cNvSpPr/>
      </dsp:nvSpPr>
      <dsp:spPr>
        <a:xfrm>
          <a:off x="4475159" y="6052493"/>
          <a:ext cx="1261147" cy="96530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RTE-</a:t>
          </a:r>
          <a:r>
            <a:rPr lang="zh-CN" altLang="en-US" sz="1300" kern="1200" dirty="0">
              <a:latin typeface="微软雅黑" panose="020B0503020204020204" pitchFamily="34" charset="-122"/>
              <a:ea typeface="微软雅黑" panose="020B0503020204020204" pitchFamily="34" charset="-122"/>
            </a:rPr>
            <a:t>驱动</a:t>
          </a:r>
          <a:r>
            <a:rPr lang="en-US" altLang="zh-CN" sz="1300" kern="1200" dirty="0">
              <a:latin typeface="微软雅黑" panose="020B0503020204020204" pitchFamily="34" charset="-122"/>
              <a:ea typeface="微软雅黑" panose="020B0503020204020204" pitchFamily="34" charset="-122"/>
            </a:rPr>
            <a:t>BSP</a:t>
          </a: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祝田园</a:t>
          </a:r>
          <a:r>
            <a:rPr lang="en-US" altLang="zh-CN" sz="1300" kern="1200" dirty="0">
              <a:latin typeface="微软雅黑" panose="020B0503020204020204" pitchFamily="34" charset="-122"/>
              <a:ea typeface="微软雅黑" panose="020B0503020204020204" pitchFamily="34" charset="-122"/>
            </a:rPr>
            <a:t>/</a:t>
          </a:r>
          <a:r>
            <a:rPr lang="zh-CN" altLang="en-US" sz="1300" kern="1200" dirty="0">
              <a:latin typeface="微软雅黑" panose="020B0503020204020204" pitchFamily="34" charset="-122"/>
              <a:ea typeface="微软雅黑" panose="020B0503020204020204" pitchFamily="34" charset="-122"/>
            </a:rPr>
            <a:t>范沣曦</a:t>
          </a:r>
        </a:p>
      </dsp:txBody>
      <dsp:txXfrm>
        <a:off x="4503432" y="6080766"/>
        <a:ext cx="1204601" cy="908756"/>
      </dsp:txXfrm>
    </dsp:sp>
    <dsp:sp modelId="{016F4319-81D0-4C72-A891-A2FECF4D14A3}">
      <dsp:nvSpPr>
        <dsp:cNvPr id="0" name=""/>
        <dsp:cNvSpPr/>
      </dsp:nvSpPr>
      <dsp:spPr>
        <a:xfrm>
          <a:off x="3581262" y="5758840"/>
          <a:ext cx="3030634" cy="293652"/>
        </a:xfrm>
        <a:custGeom>
          <a:avLst/>
          <a:gdLst/>
          <a:ahLst/>
          <a:cxnLst/>
          <a:rect l="0" t="0" r="0" b="0"/>
          <a:pathLst>
            <a:path>
              <a:moveTo>
                <a:pt x="0" y="0"/>
              </a:moveTo>
              <a:lnTo>
                <a:pt x="0" y="146826"/>
              </a:lnTo>
              <a:lnTo>
                <a:pt x="3030634" y="146826"/>
              </a:lnTo>
              <a:lnTo>
                <a:pt x="3030634"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8074EF-8A7C-4762-8009-76A1F2961BC0}">
      <dsp:nvSpPr>
        <dsp:cNvPr id="0" name=""/>
        <dsp:cNvSpPr/>
      </dsp:nvSpPr>
      <dsp:spPr>
        <a:xfrm>
          <a:off x="6066666" y="6052493"/>
          <a:ext cx="1090461" cy="95188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RTE</a:t>
          </a:r>
          <a:r>
            <a:rPr lang="zh-CN" altLang="en-US" sz="1300" kern="1200" dirty="0">
              <a:latin typeface="微软雅黑" panose="020B0503020204020204" pitchFamily="34" charset="-122"/>
              <a:ea typeface="微软雅黑" panose="020B0503020204020204" pitchFamily="34" charset="-122"/>
            </a:rPr>
            <a:t> </a:t>
          </a:r>
          <a:r>
            <a:rPr lang="en-US" altLang="zh-CN" sz="1300" kern="1200" dirty="0">
              <a:latin typeface="微软雅黑" panose="020B0503020204020204" pitchFamily="34" charset="-122"/>
              <a:ea typeface="微软雅黑" panose="020B0503020204020204" pitchFamily="34" charset="-122"/>
            </a:rPr>
            <a:t>-AVM</a:t>
          </a: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丁柯嘉</a:t>
          </a:r>
        </a:p>
      </dsp:txBody>
      <dsp:txXfrm>
        <a:off x="6094546" y="6080373"/>
        <a:ext cx="1034701" cy="896122"/>
      </dsp:txXfrm>
    </dsp:sp>
    <dsp:sp modelId="{67968178-231A-4C69-8864-9DE00B5A7E79}">
      <dsp:nvSpPr>
        <dsp:cNvPr id="0" name=""/>
        <dsp:cNvSpPr/>
      </dsp:nvSpPr>
      <dsp:spPr>
        <a:xfrm>
          <a:off x="5490590" y="4613902"/>
          <a:ext cx="7461349" cy="293652"/>
        </a:xfrm>
        <a:custGeom>
          <a:avLst/>
          <a:gdLst/>
          <a:ahLst/>
          <a:cxnLst/>
          <a:rect l="0" t="0" r="0" b="0"/>
          <a:pathLst>
            <a:path>
              <a:moveTo>
                <a:pt x="7461349" y="0"/>
              </a:moveTo>
              <a:lnTo>
                <a:pt x="7461349"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35C9A0-F231-4957-B876-154A89557E1D}">
      <dsp:nvSpPr>
        <dsp:cNvPr id="0" name=""/>
        <dsp:cNvSpPr/>
      </dsp:nvSpPr>
      <dsp:spPr>
        <a:xfrm>
          <a:off x="4773876" y="4907555"/>
          <a:ext cx="1433429" cy="734190"/>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schemeClr val="bg1"/>
              </a:solidFill>
            </a:rPr>
            <a:t>产品经理</a:t>
          </a:r>
          <a:r>
            <a:rPr lang="en-US" altLang="zh-CN" sz="1300" kern="1200" dirty="0">
              <a:solidFill>
                <a:schemeClr val="bg1"/>
              </a:solidFill>
            </a:rPr>
            <a:t>-</a:t>
          </a:r>
        </a:p>
        <a:p>
          <a:pPr marL="0" lvl="0" indent="0" algn="ctr" defTabSz="577850">
            <a:lnSpc>
              <a:spcPct val="90000"/>
            </a:lnSpc>
            <a:spcBef>
              <a:spcPct val="0"/>
            </a:spcBef>
            <a:spcAft>
              <a:spcPct val="35000"/>
            </a:spcAft>
            <a:buNone/>
          </a:pPr>
          <a:r>
            <a:rPr lang="zh-CN" altLang="en-US" sz="1300" kern="1200" dirty="0">
              <a:solidFill>
                <a:schemeClr val="bg1"/>
              </a:solidFill>
            </a:rPr>
            <a:t>李逸雯</a:t>
          </a:r>
        </a:p>
      </dsp:txBody>
      <dsp:txXfrm>
        <a:off x="4795380" y="4929059"/>
        <a:ext cx="1390421" cy="691182"/>
      </dsp:txXfrm>
    </dsp:sp>
    <dsp:sp modelId="{F8F9D66B-062E-479C-8615-EC4A6C34152A}">
      <dsp:nvSpPr>
        <dsp:cNvPr id="0" name=""/>
        <dsp:cNvSpPr/>
      </dsp:nvSpPr>
      <dsp:spPr>
        <a:xfrm>
          <a:off x="7322957" y="4613902"/>
          <a:ext cx="5628983" cy="293652"/>
        </a:xfrm>
        <a:custGeom>
          <a:avLst/>
          <a:gdLst/>
          <a:ahLst/>
          <a:cxnLst/>
          <a:rect l="0" t="0" r="0" b="0"/>
          <a:pathLst>
            <a:path>
              <a:moveTo>
                <a:pt x="5628983" y="0"/>
              </a:moveTo>
              <a:lnTo>
                <a:pt x="5628983"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777D27-35FF-4E83-918D-E3306AB22511}">
      <dsp:nvSpPr>
        <dsp:cNvPr id="0" name=""/>
        <dsp:cNvSpPr/>
      </dsp:nvSpPr>
      <dsp:spPr>
        <a:xfrm>
          <a:off x="6537665" y="4907555"/>
          <a:ext cx="1570583" cy="689929"/>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软件架构</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王传鑫</a:t>
          </a:r>
        </a:p>
      </dsp:txBody>
      <dsp:txXfrm>
        <a:off x="6557872" y="4927762"/>
        <a:ext cx="1530169" cy="649515"/>
      </dsp:txXfrm>
    </dsp:sp>
    <dsp:sp modelId="{EA799F3A-69F4-4D8E-BDE4-C8EC2ADF1E32}">
      <dsp:nvSpPr>
        <dsp:cNvPr id="0" name=""/>
        <dsp:cNvSpPr/>
      </dsp:nvSpPr>
      <dsp:spPr>
        <a:xfrm>
          <a:off x="8989207" y="4613902"/>
          <a:ext cx="3962733" cy="293652"/>
        </a:xfrm>
        <a:custGeom>
          <a:avLst/>
          <a:gdLst/>
          <a:ahLst/>
          <a:cxnLst/>
          <a:rect l="0" t="0" r="0" b="0"/>
          <a:pathLst>
            <a:path>
              <a:moveTo>
                <a:pt x="3962733" y="0"/>
              </a:moveTo>
              <a:lnTo>
                <a:pt x="3962733"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147A5-A269-4D93-855F-85507CDA5D18}">
      <dsp:nvSpPr>
        <dsp:cNvPr id="0" name=""/>
        <dsp:cNvSpPr/>
      </dsp:nvSpPr>
      <dsp:spPr>
        <a:xfrm>
          <a:off x="8438608" y="4907555"/>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solidFill>
                <a:schemeClr val="bg1"/>
              </a:solidFill>
            </a:rPr>
            <a:t>性能优化</a:t>
          </a:r>
          <a:r>
            <a:rPr lang="en-US" altLang="zh-CN" sz="1300" kern="1200" dirty="0">
              <a:solidFill>
                <a:schemeClr val="bg1"/>
              </a:solidFill>
            </a:rPr>
            <a:t>-</a:t>
          </a:r>
        </a:p>
        <a:p>
          <a:pPr marL="0" lvl="0" indent="0" algn="ctr" defTabSz="577850">
            <a:lnSpc>
              <a:spcPct val="90000"/>
            </a:lnSpc>
            <a:spcBef>
              <a:spcPct val="0"/>
            </a:spcBef>
            <a:spcAft>
              <a:spcPct val="35000"/>
            </a:spcAft>
            <a:buNone/>
          </a:pPr>
          <a:r>
            <a:rPr lang="zh-CN" altLang="en-US" sz="1300" kern="1200" dirty="0">
              <a:solidFill>
                <a:schemeClr val="bg1"/>
              </a:solidFill>
            </a:rPr>
            <a:t>易绍良</a:t>
          </a:r>
          <a:endParaRPr lang="zh-CN" altLang="en-US" sz="1300" kern="1200" dirty="0">
            <a:latin typeface="微软雅黑" panose="020B0503020204020204" pitchFamily="34" charset="-122"/>
            <a:ea typeface="微软雅黑" panose="020B0503020204020204" pitchFamily="34" charset="-122"/>
          </a:endParaRPr>
        </a:p>
      </dsp:txBody>
      <dsp:txXfrm>
        <a:off x="8460110" y="4929057"/>
        <a:ext cx="1058194" cy="691128"/>
      </dsp:txXfrm>
    </dsp:sp>
    <dsp:sp modelId="{E0B3242B-E948-4161-9750-E31C58D901A8}">
      <dsp:nvSpPr>
        <dsp:cNvPr id="0" name=""/>
        <dsp:cNvSpPr/>
      </dsp:nvSpPr>
      <dsp:spPr>
        <a:xfrm>
          <a:off x="10379728" y="4613902"/>
          <a:ext cx="2572211" cy="293652"/>
        </a:xfrm>
        <a:custGeom>
          <a:avLst/>
          <a:gdLst/>
          <a:ahLst/>
          <a:cxnLst/>
          <a:rect l="0" t="0" r="0" b="0"/>
          <a:pathLst>
            <a:path>
              <a:moveTo>
                <a:pt x="2572211" y="0"/>
              </a:moveTo>
              <a:lnTo>
                <a:pt x="2572211"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227F66-175E-401C-BEA1-388576B824C5}">
      <dsp:nvSpPr>
        <dsp:cNvPr id="0" name=""/>
        <dsp:cNvSpPr/>
      </dsp:nvSpPr>
      <dsp:spPr>
        <a:xfrm>
          <a:off x="9870165" y="4907555"/>
          <a:ext cx="1019125" cy="8382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latin typeface="微软雅黑" panose="020B0503020204020204" pitchFamily="34" charset="-122"/>
              <a:ea typeface="微软雅黑" panose="020B0503020204020204" pitchFamily="34" charset="-122"/>
            </a:rPr>
            <a:t>系统需求</a:t>
          </a:r>
          <a:endParaRPr lang="en-US" altLang="zh-CN" sz="1300" kern="120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a:latin typeface="微软雅黑" panose="020B0503020204020204" pitchFamily="34" charset="-122"/>
              <a:ea typeface="微软雅黑" panose="020B0503020204020204" pitchFamily="34" charset="-122"/>
            </a:rPr>
            <a:t>逄晓宇</a:t>
          </a:r>
        </a:p>
      </dsp:txBody>
      <dsp:txXfrm>
        <a:off x="9894716" y="4932106"/>
        <a:ext cx="970023" cy="789144"/>
      </dsp:txXfrm>
    </dsp:sp>
    <dsp:sp modelId="{C7BA4AE7-8954-415B-9697-3BD2107CC453}">
      <dsp:nvSpPr>
        <dsp:cNvPr id="0" name=""/>
        <dsp:cNvSpPr/>
      </dsp:nvSpPr>
      <dsp:spPr>
        <a:xfrm>
          <a:off x="11962965" y="4613902"/>
          <a:ext cx="988975" cy="293652"/>
        </a:xfrm>
        <a:custGeom>
          <a:avLst/>
          <a:gdLst/>
          <a:ahLst/>
          <a:cxnLst/>
          <a:rect l="0" t="0" r="0" b="0"/>
          <a:pathLst>
            <a:path>
              <a:moveTo>
                <a:pt x="988975" y="0"/>
              </a:moveTo>
              <a:lnTo>
                <a:pt x="988975"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7F7735-F7DB-4697-86BF-D771755A092C}">
      <dsp:nvSpPr>
        <dsp:cNvPr id="0" name=""/>
        <dsp:cNvSpPr/>
      </dsp:nvSpPr>
      <dsp:spPr>
        <a:xfrm>
          <a:off x="11219651" y="4907555"/>
          <a:ext cx="1486628" cy="7278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系统架构</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王柏庆</a:t>
          </a:r>
        </a:p>
      </dsp:txBody>
      <dsp:txXfrm>
        <a:off x="11240969" y="4928873"/>
        <a:ext cx="1443992" cy="685197"/>
      </dsp:txXfrm>
    </dsp:sp>
    <dsp:sp modelId="{67441157-BCAA-4DF3-B974-47F2F337BB69}">
      <dsp:nvSpPr>
        <dsp:cNvPr id="0" name=""/>
        <dsp:cNvSpPr/>
      </dsp:nvSpPr>
      <dsp:spPr>
        <a:xfrm>
          <a:off x="12951940" y="4613902"/>
          <a:ext cx="635297" cy="293652"/>
        </a:xfrm>
        <a:custGeom>
          <a:avLst/>
          <a:gdLst/>
          <a:ahLst/>
          <a:cxnLst/>
          <a:rect l="0" t="0" r="0" b="0"/>
          <a:pathLst>
            <a:path>
              <a:moveTo>
                <a:pt x="0" y="0"/>
              </a:moveTo>
              <a:lnTo>
                <a:pt x="0" y="146826"/>
              </a:lnTo>
              <a:lnTo>
                <a:pt x="635297" y="146826"/>
              </a:lnTo>
              <a:lnTo>
                <a:pt x="635297"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432FCF-8F94-4186-98B7-C89883AC6B36}">
      <dsp:nvSpPr>
        <dsp:cNvPr id="0" name=""/>
        <dsp:cNvSpPr/>
      </dsp:nvSpPr>
      <dsp:spPr>
        <a:xfrm>
          <a:off x="13036639" y="4907555"/>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latin typeface="微软雅黑" panose="020B0503020204020204" pitchFamily="34" charset="-122"/>
              <a:ea typeface="微软雅黑" panose="020B0503020204020204" pitchFamily="34" charset="-122"/>
            </a:rPr>
            <a:t>HMI</a:t>
          </a: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朱丽娟</a:t>
          </a:r>
        </a:p>
      </dsp:txBody>
      <dsp:txXfrm>
        <a:off x="13058141" y="4929057"/>
        <a:ext cx="1058194" cy="691128"/>
      </dsp:txXfrm>
    </dsp:sp>
    <dsp:sp modelId="{504BD47B-D784-4ED2-BA72-6FB177A1AAA9}">
      <dsp:nvSpPr>
        <dsp:cNvPr id="0" name=""/>
        <dsp:cNvSpPr/>
      </dsp:nvSpPr>
      <dsp:spPr>
        <a:xfrm>
          <a:off x="12951940" y="4613902"/>
          <a:ext cx="2295700" cy="293652"/>
        </a:xfrm>
        <a:custGeom>
          <a:avLst/>
          <a:gdLst/>
          <a:ahLst/>
          <a:cxnLst/>
          <a:rect l="0" t="0" r="0" b="0"/>
          <a:pathLst>
            <a:path>
              <a:moveTo>
                <a:pt x="0" y="0"/>
              </a:moveTo>
              <a:lnTo>
                <a:pt x="0" y="146826"/>
              </a:lnTo>
              <a:lnTo>
                <a:pt x="2295700" y="146826"/>
              </a:lnTo>
              <a:lnTo>
                <a:pt x="229570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3D04DC-E9C2-48FD-87F9-5CE9A2B2E4C4}">
      <dsp:nvSpPr>
        <dsp:cNvPr id="0" name=""/>
        <dsp:cNvSpPr/>
      </dsp:nvSpPr>
      <dsp:spPr>
        <a:xfrm>
          <a:off x="14468196" y="4907555"/>
          <a:ext cx="1558889" cy="1177790"/>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外部供应商</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童昌杰</a:t>
          </a:r>
          <a:endParaRPr lang="en-US" altLang="zh-CN" sz="1300" kern="1200" dirty="0">
            <a:latin typeface="微软雅黑" panose="020B0503020204020204" pitchFamily="34" charset="-122"/>
            <a:ea typeface="微软雅黑" panose="020B0503020204020204" pitchFamily="34" charset="-122"/>
          </a:endParaRPr>
        </a:p>
      </dsp:txBody>
      <dsp:txXfrm>
        <a:off x="14502692" y="4942051"/>
        <a:ext cx="1489897" cy="1108798"/>
      </dsp:txXfrm>
    </dsp:sp>
    <dsp:sp modelId="{F0F349FD-CA07-4C9E-A21B-50A385701607}">
      <dsp:nvSpPr>
        <dsp:cNvPr id="0" name=""/>
        <dsp:cNvSpPr/>
      </dsp:nvSpPr>
      <dsp:spPr>
        <a:xfrm>
          <a:off x="12396033" y="6085345"/>
          <a:ext cx="2851607" cy="293652"/>
        </a:xfrm>
        <a:custGeom>
          <a:avLst/>
          <a:gdLst/>
          <a:ahLst/>
          <a:cxnLst/>
          <a:rect l="0" t="0" r="0" b="0"/>
          <a:pathLst>
            <a:path>
              <a:moveTo>
                <a:pt x="2851607" y="0"/>
              </a:moveTo>
              <a:lnTo>
                <a:pt x="2851607"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47693B-44AE-4444-B229-CF6D8D5496AA}">
      <dsp:nvSpPr>
        <dsp:cNvPr id="0" name=""/>
        <dsp:cNvSpPr/>
      </dsp:nvSpPr>
      <dsp:spPr>
        <a:xfrm>
          <a:off x="11680739" y="6378998"/>
          <a:ext cx="1430588" cy="854419"/>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solidFill>
                <a:srgbClr val="FFFF00"/>
              </a:solidFill>
            </a:rPr>
            <a:t>Kika</a:t>
          </a:r>
          <a:r>
            <a:rPr lang="zh-CN" altLang="en-US" sz="1300" kern="1200" dirty="0">
              <a:solidFill>
                <a:srgbClr val="FFFF00"/>
              </a:solidFill>
            </a:rPr>
            <a:t>输入法</a:t>
          </a:r>
          <a:endParaRPr lang="en-US" altLang="zh-CN" sz="1300" kern="1200" dirty="0">
            <a:solidFill>
              <a:srgbClr val="FFFF00"/>
            </a:solidFill>
          </a:endParaRPr>
        </a:p>
        <a:p>
          <a:pPr marL="0" lvl="0" indent="0" algn="ctr" defTabSz="577850">
            <a:lnSpc>
              <a:spcPct val="90000"/>
            </a:lnSpc>
            <a:spcBef>
              <a:spcPct val="0"/>
            </a:spcBef>
            <a:spcAft>
              <a:spcPct val="35000"/>
            </a:spcAft>
            <a:buNone/>
          </a:pPr>
          <a:r>
            <a:rPr lang="zh-CN" altLang="en-US" sz="1300" kern="1200" dirty="0">
              <a:solidFill>
                <a:srgbClr val="FFFF00"/>
              </a:solidFill>
            </a:rPr>
            <a:t>王坤</a:t>
          </a:r>
        </a:p>
      </dsp:txBody>
      <dsp:txXfrm>
        <a:off x="11705764" y="6404023"/>
        <a:ext cx="1380538" cy="804369"/>
      </dsp:txXfrm>
    </dsp:sp>
    <dsp:sp modelId="{B53FB79F-C44F-408F-9AE5-3218A8FA6032}">
      <dsp:nvSpPr>
        <dsp:cNvPr id="0" name=""/>
        <dsp:cNvSpPr/>
      </dsp:nvSpPr>
      <dsp:spPr>
        <a:xfrm>
          <a:off x="13992286" y="6085345"/>
          <a:ext cx="1255354" cy="293652"/>
        </a:xfrm>
        <a:custGeom>
          <a:avLst/>
          <a:gdLst/>
          <a:ahLst/>
          <a:cxnLst/>
          <a:rect l="0" t="0" r="0" b="0"/>
          <a:pathLst>
            <a:path>
              <a:moveTo>
                <a:pt x="1255354" y="0"/>
              </a:moveTo>
              <a:lnTo>
                <a:pt x="1255354" y="146826"/>
              </a:lnTo>
              <a:lnTo>
                <a:pt x="0" y="146826"/>
              </a:lnTo>
              <a:lnTo>
                <a:pt x="0"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4A7213-4D7A-4896-983D-3366A019F226}">
      <dsp:nvSpPr>
        <dsp:cNvPr id="0" name=""/>
        <dsp:cNvSpPr/>
      </dsp:nvSpPr>
      <dsp:spPr>
        <a:xfrm>
          <a:off x="13441687" y="6378998"/>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t>东软导航</a:t>
          </a:r>
          <a:endParaRPr lang="en-US" altLang="zh-CN" sz="1300" kern="1200" dirty="0"/>
        </a:p>
        <a:p>
          <a:pPr marL="0" lvl="0" indent="0" algn="ctr" defTabSz="577850">
            <a:lnSpc>
              <a:spcPct val="90000"/>
            </a:lnSpc>
            <a:spcBef>
              <a:spcPct val="0"/>
            </a:spcBef>
            <a:spcAft>
              <a:spcPct val="35000"/>
            </a:spcAft>
            <a:buNone/>
          </a:pPr>
          <a:r>
            <a:rPr lang="zh-CN" altLang="en-US" sz="1300" kern="1200" dirty="0"/>
            <a:t>王坤</a:t>
          </a:r>
        </a:p>
      </dsp:txBody>
      <dsp:txXfrm>
        <a:off x="13463189" y="6400500"/>
        <a:ext cx="1058194" cy="691128"/>
      </dsp:txXfrm>
    </dsp:sp>
    <dsp:sp modelId="{5B305256-9BC1-4720-85A0-30500880478E}">
      <dsp:nvSpPr>
        <dsp:cNvPr id="0" name=""/>
        <dsp:cNvSpPr/>
      </dsp:nvSpPr>
      <dsp:spPr>
        <a:xfrm>
          <a:off x="15247641" y="6085345"/>
          <a:ext cx="176202" cy="293652"/>
        </a:xfrm>
        <a:custGeom>
          <a:avLst/>
          <a:gdLst/>
          <a:ahLst/>
          <a:cxnLst/>
          <a:rect l="0" t="0" r="0" b="0"/>
          <a:pathLst>
            <a:path>
              <a:moveTo>
                <a:pt x="0" y="0"/>
              </a:moveTo>
              <a:lnTo>
                <a:pt x="0" y="146826"/>
              </a:lnTo>
              <a:lnTo>
                <a:pt x="176202" y="146826"/>
              </a:lnTo>
              <a:lnTo>
                <a:pt x="176202"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2F88AB-DF3F-4D73-B13F-72C4F18FBADC}">
      <dsp:nvSpPr>
        <dsp:cNvPr id="0" name=""/>
        <dsp:cNvSpPr/>
      </dsp:nvSpPr>
      <dsp:spPr>
        <a:xfrm>
          <a:off x="14873244" y="6378998"/>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altLang="zh-CN" sz="1300" kern="1200" dirty="0"/>
            <a:t>CPAA</a:t>
          </a:r>
          <a:r>
            <a:rPr lang="zh-CN" altLang="en-US" sz="1300" kern="1200" dirty="0"/>
            <a:t>认证</a:t>
          </a:r>
          <a:endParaRPr lang="en-US" altLang="zh-CN" sz="1300" kern="1200" dirty="0"/>
        </a:p>
        <a:p>
          <a:pPr marL="0" lvl="0" indent="0" algn="ctr" defTabSz="577850">
            <a:lnSpc>
              <a:spcPct val="90000"/>
            </a:lnSpc>
            <a:spcBef>
              <a:spcPct val="0"/>
            </a:spcBef>
            <a:spcAft>
              <a:spcPct val="35000"/>
            </a:spcAft>
            <a:buNone/>
          </a:pPr>
          <a:r>
            <a:rPr lang="zh-CN" altLang="en-US" sz="1300" kern="1200" dirty="0"/>
            <a:t>艾蔚</a:t>
          </a:r>
        </a:p>
      </dsp:txBody>
      <dsp:txXfrm>
        <a:off x="14894746" y="6400500"/>
        <a:ext cx="1058194" cy="691128"/>
      </dsp:txXfrm>
    </dsp:sp>
    <dsp:sp modelId="{6A99481A-21B3-4C2E-98F6-47DF6C81C6CE}">
      <dsp:nvSpPr>
        <dsp:cNvPr id="0" name=""/>
        <dsp:cNvSpPr/>
      </dsp:nvSpPr>
      <dsp:spPr>
        <a:xfrm>
          <a:off x="15247641" y="6085345"/>
          <a:ext cx="1596252" cy="293652"/>
        </a:xfrm>
        <a:custGeom>
          <a:avLst/>
          <a:gdLst/>
          <a:ahLst/>
          <a:cxnLst/>
          <a:rect l="0" t="0" r="0" b="0"/>
          <a:pathLst>
            <a:path>
              <a:moveTo>
                <a:pt x="0" y="0"/>
              </a:moveTo>
              <a:lnTo>
                <a:pt x="0" y="146826"/>
              </a:lnTo>
              <a:lnTo>
                <a:pt x="1596252" y="146826"/>
              </a:lnTo>
              <a:lnTo>
                <a:pt x="1596252"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7FBAC4-CB6C-4343-BE61-B4625D48EAB6}">
      <dsp:nvSpPr>
        <dsp:cNvPr id="0" name=""/>
        <dsp:cNvSpPr/>
      </dsp:nvSpPr>
      <dsp:spPr>
        <a:xfrm>
          <a:off x="16304802" y="6378998"/>
          <a:ext cx="1078183"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t>弗吉亚三方</a:t>
          </a:r>
          <a:r>
            <a:rPr lang="en-US" altLang="zh-CN" sz="1300" kern="1200" dirty="0"/>
            <a:t>App</a:t>
          </a:r>
          <a:r>
            <a:rPr lang="zh-CN" altLang="en-US" sz="1300" kern="1200" dirty="0"/>
            <a:t>开发</a:t>
          </a:r>
          <a:endParaRPr lang="en-US" altLang="zh-CN" sz="1300" kern="1200" dirty="0"/>
        </a:p>
        <a:p>
          <a:pPr marL="0" lvl="0" indent="0" algn="ctr" defTabSz="577850">
            <a:lnSpc>
              <a:spcPct val="90000"/>
            </a:lnSpc>
            <a:spcBef>
              <a:spcPct val="0"/>
            </a:spcBef>
            <a:spcAft>
              <a:spcPct val="35000"/>
            </a:spcAft>
            <a:buNone/>
          </a:pPr>
          <a:r>
            <a:rPr lang="zh-CN" altLang="en-US" sz="1300" kern="1200" dirty="0"/>
            <a:t>王坤</a:t>
          </a:r>
        </a:p>
      </dsp:txBody>
      <dsp:txXfrm>
        <a:off x="16326304" y="6400500"/>
        <a:ext cx="1035179" cy="691128"/>
      </dsp:txXfrm>
    </dsp:sp>
    <dsp:sp modelId="{C1C84888-C4B9-4CDE-82ED-1451473F50AB}">
      <dsp:nvSpPr>
        <dsp:cNvPr id="0" name=""/>
        <dsp:cNvSpPr/>
      </dsp:nvSpPr>
      <dsp:spPr>
        <a:xfrm>
          <a:off x="15247641" y="6085345"/>
          <a:ext cx="3016302" cy="293652"/>
        </a:xfrm>
        <a:custGeom>
          <a:avLst/>
          <a:gdLst/>
          <a:ahLst/>
          <a:cxnLst/>
          <a:rect l="0" t="0" r="0" b="0"/>
          <a:pathLst>
            <a:path>
              <a:moveTo>
                <a:pt x="0" y="0"/>
              </a:moveTo>
              <a:lnTo>
                <a:pt x="0" y="146826"/>
              </a:lnTo>
              <a:lnTo>
                <a:pt x="3016302" y="146826"/>
              </a:lnTo>
              <a:lnTo>
                <a:pt x="3016302"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AFEE01-30A4-4730-85F4-7EF41848F92D}">
      <dsp:nvSpPr>
        <dsp:cNvPr id="0" name=""/>
        <dsp:cNvSpPr/>
      </dsp:nvSpPr>
      <dsp:spPr>
        <a:xfrm>
          <a:off x="17713344" y="6378998"/>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t>伟世通硬件</a:t>
          </a:r>
          <a:endParaRPr lang="en-US" altLang="zh-CN" sz="1300" kern="1200" dirty="0"/>
        </a:p>
        <a:p>
          <a:pPr marL="0" lvl="0" indent="0" algn="ctr" defTabSz="577850">
            <a:lnSpc>
              <a:spcPct val="90000"/>
            </a:lnSpc>
            <a:spcBef>
              <a:spcPct val="0"/>
            </a:spcBef>
            <a:spcAft>
              <a:spcPct val="35000"/>
            </a:spcAft>
            <a:buNone/>
          </a:pPr>
          <a:r>
            <a:rPr lang="zh-CN" altLang="en-US" sz="1300" kern="1200" dirty="0"/>
            <a:t>童昌杰</a:t>
          </a:r>
        </a:p>
      </dsp:txBody>
      <dsp:txXfrm>
        <a:off x="17734846" y="6400500"/>
        <a:ext cx="1058194" cy="691128"/>
      </dsp:txXfrm>
    </dsp:sp>
    <dsp:sp modelId="{E0A9BE02-5100-480C-92CB-C8075551E6C0}">
      <dsp:nvSpPr>
        <dsp:cNvPr id="0" name=""/>
        <dsp:cNvSpPr/>
      </dsp:nvSpPr>
      <dsp:spPr>
        <a:xfrm>
          <a:off x="12951940" y="4613902"/>
          <a:ext cx="3956103" cy="293652"/>
        </a:xfrm>
        <a:custGeom>
          <a:avLst/>
          <a:gdLst/>
          <a:ahLst/>
          <a:cxnLst/>
          <a:rect l="0" t="0" r="0" b="0"/>
          <a:pathLst>
            <a:path>
              <a:moveTo>
                <a:pt x="0" y="0"/>
              </a:moveTo>
              <a:lnTo>
                <a:pt x="0" y="146826"/>
              </a:lnTo>
              <a:lnTo>
                <a:pt x="3956103" y="146826"/>
              </a:lnTo>
              <a:lnTo>
                <a:pt x="3956103"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31C3FD-5716-4B98-9683-4BF7C12119FE}">
      <dsp:nvSpPr>
        <dsp:cNvPr id="0" name=""/>
        <dsp:cNvSpPr/>
      </dsp:nvSpPr>
      <dsp:spPr>
        <a:xfrm>
          <a:off x="16357445" y="4907555"/>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信息安全</a:t>
          </a:r>
          <a:endParaRPr lang="en-US" altLang="zh-CN" sz="1300" kern="1200" dirty="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dirty="0">
              <a:latin typeface="微软雅黑" panose="020B0503020204020204" pitchFamily="34" charset="-122"/>
              <a:ea typeface="微软雅黑" panose="020B0503020204020204" pitchFamily="34" charset="-122"/>
            </a:rPr>
            <a:t>陈闻凯</a:t>
          </a:r>
        </a:p>
      </dsp:txBody>
      <dsp:txXfrm>
        <a:off x="16378947" y="4929057"/>
        <a:ext cx="1058194" cy="691128"/>
      </dsp:txXfrm>
    </dsp:sp>
    <dsp:sp modelId="{C7998434-39E1-43FF-B17B-EEA13B55FFE6}">
      <dsp:nvSpPr>
        <dsp:cNvPr id="0" name=""/>
        <dsp:cNvSpPr/>
      </dsp:nvSpPr>
      <dsp:spPr>
        <a:xfrm>
          <a:off x="12951940" y="4613902"/>
          <a:ext cx="5387661" cy="293652"/>
        </a:xfrm>
        <a:custGeom>
          <a:avLst/>
          <a:gdLst/>
          <a:ahLst/>
          <a:cxnLst/>
          <a:rect l="0" t="0" r="0" b="0"/>
          <a:pathLst>
            <a:path>
              <a:moveTo>
                <a:pt x="0" y="0"/>
              </a:moveTo>
              <a:lnTo>
                <a:pt x="0" y="146826"/>
              </a:lnTo>
              <a:lnTo>
                <a:pt x="5387661" y="146826"/>
              </a:lnTo>
              <a:lnTo>
                <a:pt x="5387661"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3B54BC-9FF7-4FD9-9674-1AFB624638E1}">
      <dsp:nvSpPr>
        <dsp:cNvPr id="0" name=""/>
        <dsp:cNvSpPr/>
      </dsp:nvSpPr>
      <dsp:spPr>
        <a:xfrm>
          <a:off x="17789002" y="4907555"/>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latin typeface="微软雅黑" panose="020B0503020204020204" pitchFamily="34" charset="-122"/>
              <a:ea typeface="微软雅黑" panose="020B0503020204020204" pitchFamily="34" charset="-122"/>
            </a:rPr>
            <a:t>功能安全</a:t>
          </a:r>
          <a:endParaRPr lang="en-US" altLang="zh-CN" sz="1300" kern="1200">
            <a:latin typeface="微软雅黑" panose="020B0503020204020204" pitchFamily="34" charset="-122"/>
            <a:ea typeface="微软雅黑" panose="020B0503020204020204" pitchFamily="34" charset="-122"/>
          </a:endParaRPr>
        </a:p>
        <a:p>
          <a:pPr marL="0" lvl="0" indent="0" algn="ctr" defTabSz="577850">
            <a:lnSpc>
              <a:spcPct val="90000"/>
            </a:lnSpc>
            <a:spcBef>
              <a:spcPct val="0"/>
            </a:spcBef>
            <a:spcAft>
              <a:spcPct val="35000"/>
            </a:spcAft>
            <a:buNone/>
          </a:pPr>
          <a:r>
            <a:rPr lang="zh-CN" altLang="en-US" sz="1300" kern="1200">
              <a:latin typeface="微软雅黑" panose="020B0503020204020204" pitchFamily="34" charset="-122"/>
              <a:ea typeface="微软雅黑" panose="020B0503020204020204" pitchFamily="34" charset="-122"/>
            </a:rPr>
            <a:t>房千里</a:t>
          </a:r>
        </a:p>
      </dsp:txBody>
      <dsp:txXfrm>
        <a:off x="17810504" y="4929057"/>
        <a:ext cx="1058194" cy="691128"/>
      </dsp:txXfrm>
    </dsp:sp>
    <dsp:sp modelId="{ED82C99B-B187-439F-8449-29A81FD7754B}">
      <dsp:nvSpPr>
        <dsp:cNvPr id="0" name=""/>
        <dsp:cNvSpPr/>
      </dsp:nvSpPr>
      <dsp:spPr>
        <a:xfrm>
          <a:off x="12951940" y="4613902"/>
          <a:ext cx="6819218" cy="293652"/>
        </a:xfrm>
        <a:custGeom>
          <a:avLst/>
          <a:gdLst/>
          <a:ahLst/>
          <a:cxnLst/>
          <a:rect l="0" t="0" r="0" b="0"/>
          <a:pathLst>
            <a:path>
              <a:moveTo>
                <a:pt x="0" y="0"/>
              </a:moveTo>
              <a:lnTo>
                <a:pt x="0" y="146826"/>
              </a:lnTo>
              <a:lnTo>
                <a:pt x="6819218" y="146826"/>
              </a:lnTo>
              <a:lnTo>
                <a:pt x="6819218"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D2C5B6-0DDD-4CF3-AFC4-3E3FABE0A148}">
      <dsp:nvSpPr>
        <dsp:cNvPr id="0" name=""/>
        <dsp:cNvSpPr/>
      </dsp:nvSpPr>
      <dsp:spPr>
        <a:xfrm>
          <a:off x="19220560" y="4907555"/>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t>集成测试</a:t>
          </a:r>
          <a:endParaRPr lang="en-US" altLang="zh-CN" sz="1300" kern="1200" dirty="0"/>
        </a:p>
        <a:p>
          <a:pPr marL="0" lvl="0" indent="0" algn="ctr" defTabSz="577850">
            <a:lnSpc>
              <a:spcPct val="90000"/>
            </a:lnSpc>
            <a:spcBef>
              <a:spcPct val="0"/>
            </a:spcBef>
            <a:spcAft>
              <a:spcPct val="35000"/>
            </a:spcAft>
            <a:buNone/>
          </a:pPr>
          <a:r>
            <a:rPr lang="zh-CN" altLang="en-US" sz="1300" kern="1200" dirty="0"/>
            <a:t>尹富林</a:t>
          </a:r>
        </a:p>
      </dsp:txBody>
      <dsp:txXfrm>
        <a:off x="19242062" y="4929057"/>
        <a:ext cx="1058194" cy="691128"/>
      </dsp:txXfrm>
    </dsp:sp>
    <dsp:sp modelId="{CE99067F-C570-460C-BD2B-1881417EC5D0}">
      <dsp:nvSpPr>
        <dsp:cNvPr id="0" name=""/>
        <dsp:cNvSpPr/>
      </dsp:nvSpPr>
      <dsp:spPr>
        <a:xfrm>
          <a:off x="12951940" y="4613902"/>
          <a:ext cx="8250776" cy="293652"/>
        </a:xfrm>
        <a:custGeom>
          <a:avLst/>
          <a:gdLst/>
          <a:ahLst/>
          <a:cxnLst/>
          <a:rect l="0" t="0" r="0" b="0"/>
          <a:pathLst>
            <a:path>
              <a:moveTo>
                <a:pt x="0" y="0"/>
              </a:moveTo>
              <a:lnTo>
                <a:pt x="0" y="146826"/>
              </a:lnTo>
              <a:lnTo>
                <a:pt x="8250776" y="146826"/>
              </a:lnTo>
              <a:lnTo>
                <a:pt x="8250776"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88677E-DB1F-4B9E-8920-EC6F1B425846}">
      <dsp:nvSpPr>
        <dsp:cNvPr id="0" name=""/>
        <dsp:cNvSpPr/>
      </dsp:nvSpPr>
      <dsp:spPr>
        <a:xfrm>
          <a:off x="20652117" y="4907555"/>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质量管理 </a:t>
          </a:r>
          <a:endParaRPr lang="en-US" altLang="zh-CN" sz="1300" kern="1200"/>
        </a:p>
        <a:p>
          <a:pPr marL="0" lvl="0" indent="0" algn="ctr" defTabSz="577850">
            <a:lnSpc>
              <a:spcPct val="90000"/>
            </a:lnSpc>
            <a:spcBef>
              <a:spcPct val="0"/>
            </a:spcBef>
            <a:spcAft>
              <a:spcPct val="35000"/>
            </a:spcAft>
            <a:buNone/>
          </a:pPr>
          <a:r>
            <a:rPr lang="zh-CN" altLang="en-US" sz="1300" kern="1200"/>
            <a:t>瞿欢</a:t>
          </a:r>
        </a:p>
      </dsp:txBody>
      <dsp:txXfrm>
        <a:off x="20673619" y="4929057"/>
        <a:ext cx="1058194" cy="691128"/>
      </dsp:txXfrm>
    </dsp:sp>
    <dsp:sp modelId="{A0F86A73-B7F5-49CA-AAB9-55A2BAB936F4}">
      <dsp:nvSpPr>
        <dsp:cNvPr id="0" name=""/>
        <dsp:cNvSpPr/>
      </dsp:nvSpPr>
      <dsp:spPr>
        <a:xfrm>
          <a:off x="12951940" y="4613902"/>
          <a:ext cx="9682334" cy="293652"/>
        </a:xfrm>
        <a:custGeom>
          <a:avLst/>
          <a:gdLst/>
          <a:ahLst/>
          <a:cxnLst/>
          <a:rect l="0" t="0" r="0" b="0"/>
          <a:pathLst>
            <a:path>
              <a:moveTo>
                <a:pt x="0" y="0"/>
              </a:moveTo>
              <a:lnTo>
                <a:pt x="0" y="146826"/>
              </a:lnTo>
              <a:lnTo>
                <a:pt x="9682334" y="146826"/>
              </a:lnTo>
              <a:lnTo>
                <a:pt x="9682334" y="293652"/>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0838D0-0797-4EA1-9187-A201F7F3814A}">
      <dsp:nvSpPr>
        <dsp:cNvPr id="0" name=""/>
        <dsp:cNvSpPr/>
      </dsp:nvSpPr>
      <dsp:spPr>
        <a:xfrm>
          <a:off x="22083675" y="4907555"/>
          <a:ext cx="1101198" cy="73413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dirty="0"/>
            <a:t>认证</a:t>
          </a:r>
          <a:endParaRPr lang="en-US" altLang="zh-CN" sz="1300" kern="1200" dirty="0"/>
        </a:p>
        <a:p>
          <a:pPr marL="0" lvl="0" indent="0" algn="ctr" defTabSz="577850">
            <a:lnSpc>
              <a:spcPct val="90000"/>
            </a:lnSpc>
            <a:spcBef>
              <a:spcPct val="0"/>
            </a:spcBef>
            <a:spcAft>
              <a:spcPct val="35000"/>
            </a:spcAft>
            <a:buNone/>
          </a:pPr>
          <a:r>
            <a:rPr lang="zh-CN" altLang="en-US" sz="1300" kern="1200" dirty="0"/>
            <a:t>高全斌</a:t>
          </a:r>
        </a:p>
      </dsp:txBody>
      <dsp:txXfrm>
        <a:off x="22105177" y="4929057"/>
        <a:ext cx="1058194" cy="69112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BD7B-4EC4-4FDE-8ED1-619CCEBD4BD2}" type="datetimeFigureOut">
              <a:rPr lang="zh-CN" altLang="en-US" smtClean="0"/>
              <a:t>2025/9/28</a:t>
            </a:fld>
            <a:endParaRPr lang="zh-CN"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5E0344-F1AA-4770-9010-720F807883D2}"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A07300-E482-47F8-8360-303E7FE247AD}" type="datetimeFigureOut">
              <a:rPr lang="en-US" smtClean="0"/>
              <a:t>9/28/2025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041BF-3109-40E5-A578-98BE443CD8D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C4041BF-3109-40E5-A578-98BE443CD8D3}" type="slidenum">
              <a:rPr lang="en-US" smtClean="0"/>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t>16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age 1">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93"/>
            <a:ext cx="24382412" cy="13715107"/>
          </a:xfrm>
          <a:prstGeom prst="rect">
            <a:avLst/>
          </a:prstGeom>
        </p:spPr>
      </p:pic>
      <p:sp>
        <p:nvSpPr>
          <p:cNvPr id="2" name="Title 1"/>
          <p:cNvSpPr>
            <a:spLocks noGrp="1"/>
          </p:cNvSpPr>
          <p:nvPr>
            <p:ph type="ctrTitle" hasCustomPrompt="1"/>
          </p:nvPr>
        </p:nvSpPr>
        <p:spPr>
          <a:xfrm>
            <a:off x="1021051" y="3689929"/>
            <a:ext cx="22173009" cy="2591094"/>
          </a:xfrm>
          <a:prstGeom prst="rect">
            <a:avLst/>
          </a:prstGeom>
        </p:spPr>
        <p:txBody>
          <a:bodyPr anchor="ctr">
            <a:noAutofit/>
          </a:bodyPr>
          <a:lstStyle>
            <a:lvl1pPr algn="l">
              <a:lnSpc>
                <a:spcPct val="100000"/>
              </a:lnSpc>
              <a:defRPr sz="7200" b="0" i="0" spc="0" baseline="0">
                <a:solidFill>
                  <a:srgbClr val="333F48"/>
                </a:solidFill>
                <a:latin typeface="+mj-lt"/>
                <a:ea typeface="+mj-ea"/>
                <a:cs typeface="Segoe UI" panose="020B0502040204020203" pitchFamily="34" charset="0"/>
              </a:defRPr>
            </a:lvl1pPr>
          </a:lstStyle>
          <a:p>
            <a:r>
              <a:rPr lang="sv-SE" altLang="zh-CN" err="1"/>
              <a:t>Header</a:t>
            </a:r>
            <a:endParaRPr lang="en-US"/>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1051" y="995667"/>
            <a:ext cx="2801649" cy="382624"/>
          </a:xfrm>
          <a:prstGeom prst="rect">
            <a:avLst/>
          </a:prstGeom>
        </p:spPr>
      </p:pic>
      <p:sp>
        <p:nvSpPr>
          <p:cNvPr id="21" name="Text Placeholder 19"/>
          <p:cNvSpPr>
            <a:spLocks noGrp="1"/>
          </p:cNvSpPr>
          <p:nvPr>
            <p:ph type="body" sz="quarter" idx="13" hasCustomPrompt="1"/>
          </p:nvPr>
        </p:nvSpPr>
        <p:spPr>
          <a:xfrm>
            <a:off x="1029653" y="6632163"/>
            <a:ext cx="4597400" cy="1052195"/>
          </a:xfrm>
          <a:prstGeom prst="rect">
            <a:avLst/>
          </a:prstGeom>
        </p:spPr>
        <p:txBody>
          <a:bodyPr/>
          <a:lstStyle>
            <a:lvl1pPr marL="0" indent="0">
              <a:lnSpc>
                <a:spcPct val="100000"/>
              </a:lnSpc>
              <a:spcBef>
                <a:spcPct val="0"/>
              </a:spcBef>
              <a:buNone/>
              <a:defRPr lang="zh-CN" altLang="en-US" sz="3200" kern="1200" spc="150" baseline="0">
                <a:solidFill>
                  <a:schemeClr val="tx2"/>
                </a:solidFill>
                <a:latin typeface="+mj-lt"/>
                <a:ea typeface="+mn-ea"/>
                <a:cs typeface="+mn-cs"/>
              </a:defRPr>
            </a:lvl1pPr>
          </a:lstStyle>
          <a:p>
            <a:pPr lvl="0"/>
            <a:r>
              <a:rPr lang="sv-SE" altLang="zh-CN" err="1"/>
              <a:t>Header</a:t>
            </a:r>
            <a:endParaRPr lang="sv-SE" altLang="zh-CN"/>
          </a:p>
          <a:p>
            <a:pPr lvl="0"/>
            <a:r>
              <a:rPr lang="en-US" altLang="zh-CN"/>
              <a:t>YYYY/MM/DD</a:t>
            </a:r>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7" name="Title 1"/>
          <p:cNvSpPr>
            <a:spLocks noGrp="1"/>
          </p:cNvSpPr>
          <p:nvPr>
            <p:ph type="title" hasCustomPrompt="1"/>
          </p:nvPr>
        </p:nvSpPr>
        <p:spPr>
          <a:xfrm>
            <a:off x="1403639" y="1152939"/>
            <a:ext cx="21029831" cy="1013790"/>
          </a:xfrm>
          <a:prstGeom prst="rect">
            <a:avLst/>
          </a:prstGeom>
        </p:spPr>
        <p:txBody>
          <a:bodyPr>
            <a:noAutofit/>
          </a:bodyPr>
          <a:lstStyle>
            <a:lvl1pPr>
              <a:lnSpc>
                <a:spcPct val="100000"/>
              </a:lnSpc>
              <a:defRPr sz="5400" spc="0" baseline="0">
                <a:solidFill>
                  <a:schemeClr val="tx1"/>
                </a:solidFill>
              </a:defRPr>
            </a:lvl1pPr>
          </a:lstStyle>
          <a:p>
            <a:r>
              <a:rPr lang="sv-SE" altLang="zh-CN" err="1"/>
              <a:t>Header</a:t>
            </a:r>
            <a:endParaRPr lang="en-US"/>
          </a:p>
        </p:txBody>
      </p:sp>
      <p:sp>
        <p:nvSpPr>
          <p:cNvPr id="12" name="Text Placeholder 11"/>
          <p:cNvSpPr>
            <a:spLocks noGrp="1"/>
          </p:cNvSpPr>
          <p:nvPr>
            <p:ph type="body" sz="quarter" idx="20" hasCustomPrompt="1"/>
          </p:nvPr>
        </p:nvSpPr>
        <p:spPr>
          <a:xfrm>
            <a:off x="1403639" y="3333897"/>
            <a:ext cx="771525" cy="8339293"/>
          </a:xfrm>
          <a:prstGeom prst="rect">
            <a:avLst/>
          </a:prstGeom>
        </p:spPr>
        <p:txBody>
          <a:bodyPr/>
          <a:lstStyle>
            <a:lvl1pPr marL="0" indent="0">
              <a:lnSpc>
                <a:spcPct val="260000"/>
              </a:lnSpc>
              <a:spcBef>
                <a:spcPct val="0"/>
              </a:spcBef>
              <a:buNone/>
              <a:defRPr sz="3200" b="1" spc="150" baseline="0">
                <a:solidFill>
                  <a:schemeClr val="tx2"/>
                </a:solidFill>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lvl="0"/>
            <a:r>
              <a:rPr lang="en-US" altLang="zh-CN"/>
              <a:t>01</a:t>
            </a:r>
            <a:endParaRPr lang="zh-CN" altLang="en-US"/>
          </a:p>
        </p:txBody>
      </p:sp>
      <p:sp>
        <p:nvSpPr>
          <p:cNvPr id="13" name="Text Placeholder 11"/>
          <p:cNvSpPr>
            <a:spLocks noGrp="1"/>
          </p:cNvSpPr>
          <p:nvPr>
            <p:ph type="body" sz="quarter" idx="21" hasCustomPrompt="1"/>
          </p:nvPr>
        </p:nvSpPr>
        <p:spPr>
          <a:xfrm>
            <a:off x="2197753" y="3333898"/>
            <a:ext cx="4436964" cy="8339292"/>
          </a:xfrm>
          <a:prstGeom prst="rect">
            <a:avLst/>
          </a:prstGeom>
        </p:spPr>
        <p:txBody>
          <a:bodyPr/>
          <a:lstStyle>
            <a:lvl1pPr marL="0" indent="0">
              <a:lnSpc>
                <a:spcPct val="260000"/>
              </a:lnSpc>
              <a:spcBef>
                <a:spcPct val="0"/>
              </a:spcBef>
              <a:buNone/>
              <a:defRPr sz="3200" b="0" spc="150" baseline="0">
                <a:solidFill>
                  <a:schemeClr val="tx1"/>
                </a:solidFill>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lvl="0"/>
            <a:r>
              <a:rPr lang="sv-SE" altLang="zh-CN"/>
              <a:t>Text</a:t>
            </a:r>
            <a:endParaRPr lang="zh-CN" altLang="en-US"/>
          </a:p>
        </p:txBody>
      </p:sp>
      <p:sp>
        <p:nvSpPr>
          <p:cNvPr id="10" name="Text Placeholder 11"/>
          <p:cNvSpPr>
            <a:spLocks noGrp="1"/>
          </p:cNvSpPr>
          <p:nvPr>
            <p:ph type="body" sz="quarter" idx="22" hasCustomPrompt="1"/>
          </p:nvPr>
        </p:nvSpPr>
        <p:spPr>
          <a:xfrm>
            <a:off x="6955016" y="3333897"/>
            <a:ext cx="771525" cy="8339291"/>
          </a:xfrm>
          <a:prstGeom prst="rect">
            <a:avLst/>
          </a:prstGeom>
        </p:spPr>
        <p:txBody>
          <a:bodyPr/>
          <a:lstStyle>
            <a:lvl1pPr marL="0" indent="0">
              <a:lnSpc>
                <a:spcPct val="260000"/>
              </a:lnSpc>
              <a:spcBef>
                <a:spcPct val="0"/>
              </a:spcBef>
              <a:buNone/>
              <a:defRPr lang="zh-CN" altLang="en-US" sz="3200" b="1" kern="1200" spc="150" baseline="0">
                <a:solidFill>
                  <a:schemeClr val="tx2"/>
                </a:solidFill>
                <a:latin typeface="+mn-lt"/>
                <a:ea typeface="+mn-ea"/>
                <a:cs typeface="+mn-cs"/>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marL="0" lvl="0" indent="0" algn="l" defTabSz="1828800" rtl="0" eaLnBrk="1" latinLnBrk="0" hangingPunct="1">
              <a:lnSpc>
                <a:spcPct val="260000"/>
              </a:lnSpc>
              <a:spcBef>
                <a:spcPct val="0"/>
              </a:spcBef>
              <a:buFont typeface="Arial" panose="020B0604020202020204" pitchFamily="34" charset="0"/>
              <a:buNone/>
            </a:pPr>
            <a:r>
              <a:rPr lang="en-US" altLang="zh-CN"/>
              <a:t>01</a:t>
            </a:r>
            <a:endParaRPr lang="zh-CN" altLang="en-US"/>
          </a:p>
        </p:txBody>
      </p:sp>
      <p:sp>
        <p:nvSpPr>
          <p:cNvPr id="11" name="Text Placeholder 11"/>
          <p:cNvSpPr>
            <a:spLocks noGrp="1"/>
          </p:cNvSpPr>
          <p:nvPr>
            <p:ph type="body" sz="quarter" idx="23" hasCustomPrompt="1"/>
          </p:nvPr>
        </p:nvSpPr>
        <p:spPr>
          <a:xfrm>
            <a:off x="7749130" y="3333898"/>
            <a:ext cx="4436964" cy="8339290"/>
          </a:xfrm>
          <a:prstGeom prst="rect">
            <a:avLst/>
          </a:prstGeom>
        </p:spPr>
        <p:txBody>
          <a:bodyPr/>
          <a:lstStyle>
            <a:lvl1pPr marL="0" indent="0">
              <a:lnSpc>
                <a:spcPct val="260000"/>
              </a:lnSpc>
              <a:spcBef>
                <a:spcPct val="0"/>
              </a:spcBef>
              <a:buNone/>
              <a:defRPr lang="zh-CN" altLang="en-US" sz="3200" b="0" kern="1200" spc="150" baseline="0">
                <a:solidFill>
                  <a:schemeClr val="tx1"/>
                </a:solidFill>
                <a:latin typeface="+mn-lt"/>
                <a:ea typeface="+mn-ea"/>
                <a:cs typeface="+mn-cs"/>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marL="0" lvl="0" indent="0" algn="l" defTabSz="1828800" rtl="0" eaLnBrk="1" latinLnBrk="0" hangingPunct="1">
              <a:lnSpc>
                <a:spcPct val="260000"/>
              </a:lnSpc>
              <a:spcBef>
                <a:spcPct val="0"/>
              </a:spcBef>
              <a:buFont typeface="Arial" panose="020B0604020202020204" pitchFamily="34" charset="0"/>
              <a:buNone/>
            </a:pPr>
            <a:r>
              <a:rPr lang="sv-SE" altLang="zh-CN"/>
              <a:t>Text</a:t>
            </a:r>
            <a:endParaRPr lang="zh-CN" altLang="en-US"/>
          </a:p>
        </p:txBody>
      </p:sp>
      <p:sp>
        <p:nvSpPr>
          <p:cNvPr id="15"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hapter">
    <p:spTree>
      <p:nvGrpSpPr>
        <p:cNvPr id="1" name=""/>
        <p:cNvGrpSpPr/>
        <p:nvPr/>
      </p:nvGrpSpPr>
      <p:grpSpPr>
        <a:xfrm>
          <a:off x="0" y="0"/>
          <a:ext cx="0" cy="0"/>
          <a:chOff x="0" y="0"/>
          <a:chExt cx="0" cy="0"/>
        </a:xfrm>
      </p:grpSpPr>
      <p:sp>
        <p:nvSpPr>
          <p:cNvPr id="15" name="Rectangle 14"/>
          <p:cNvSpPr/>
          <p:nvPr userDrawn="1"/>
        </p:nvSpPr>
        <p:spPr>
          <a:xfrm>
            <a:off x="0" y="0"/>
            <a:ext cx="24382412"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黑体" panose="02010609060101010101" pitchFamily="49" charset="-122"/>
              <a:cs typeface="+mn-cs"/>
            </a:endParaRPr>
          </a:p>
        </p:txBody>
      </p:sp>
      <p:sp>
        <p:nvSpPr>
          <p:cNvPr id="2" name="Title 1"/>
          <p:cNvSpPr>
            <a:spLocks noGrp="1"/>
          </p:cNvSpPr>
          <p:nvPr>
            <p:ph type="title" hasCustomPrompt="1"/>
          </p:nvPr>
        </p:nvSpPr>
        <p:spPr>
          <a:xfrm>
            <a:off x="5172075" y="3717833"/>
            <a:ext cx="17486423" cy="2544193"/>
          </a:xfrm>
          <a:prstGeom prst="rect">
            <a:avLst/>
          </a:prstGeom>
        </p:spPr>
        <p:txBody>
          <a:bodyPr anchor="ctr">
            <a:noAutofit/>
          </a:bodyPr>
          <a:lstStyle>
            <a:lvl1pPr>
              <a:lnSpc>
                <a:spcPct val="100000"/>
              </a:lnSpc>
              <a:defRPr sz="5400" spc="0" baseline="0">
                <a:latin typeface="+mj-lt"/>
              </a:defRPr>
            </a:lvl1pPr>
          </a:lstStyle>
          <a:p>
            <a:r>
              <a:rPr lang="sv-SE" altLang="zh-CN" err="1"/>
              <a:t>Header</a:t>
            </a:r>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85" y="4386635"/>
            <a:ext cx="877880" cy="1192366"/>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sp>
        <p:nvSpPr>
          <p:cNvPr id="13"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7" name="Title 1"/>
          <p:cNvSpPr txBox="1"/>
          <p:nvPr userDrawn="1"/>
        </p:nvSpPr>
        <p:spPr>
          <a:xfrm>
            <a:off x="12801611" y="7767880"/>
            <a:ext cx="17486423" cy="765823"/>
          </a:xfrm>
          <a:prstGeom prst="rect">
            <a:avLst/>
          </a:prstGeom>
        </p:spPr>
        <p:txBody>
          <a:bodyPr vert="horz" lIns="91440" tIns="45720" rIns="91440" bIns="45720" rtlCol="0" anchor="ctr">
            <a:normAutofit/>
          </a:bodyPr>
          <a:lstStyle>
            <a:lvl1pPr algn="l" defTabSz="1828800" rtl="0" eaLnBrk="1" latinLnBrk="0" hangingPunct="1">
              <a:lnSpc>
                <a:spcPct val="100000"/>
              </a:lnSpc>
              <a:spcBef>
                <a:spcPct val="0"/>
              </a:spcBef>
              <a:buNone/>
              <a:defRPr sz="5400" kern="1200" spc="150" baseline="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en-US" altLang="zh-CN" sz="3200" b="0" i="0" u="none" strike="noStrike" kern="1200" cap="none" spc="0" normalizeH="0" baseline="0" noProof="0">
              <a:ln>
                <a:noFill/>
              </a:ln>
              <a:solidFill>
                <a:srgbClr val="333F48"/>
              </a:solidFill>
              <a:effectLst/>
              <a:uLnTx/>
              <a:uFillTx/>
              <a:latin typeface="Arial"/>
              <a:ea typeface="黑体" panose="02010609060101010101" pitchFamily="49" charset="-122"/>
              <a:cs typeface="+mj-cs"/>
            </a:endParaRPr>
          </a:p>
        </p:txBody>
      </p:sp>
      <p:sp>
        <p:nvSpPr>
          <p:cNvPr id="23" name="Text Placeholder 15"/>
          <p:cNvSpPr>
            <a:spLocks noGrp="1"/>
          </p:cNvSpPr>
          <p:nvPr>
            <p:ph type="body" sz="quarter" idx="11" hasCustomPrompt="1"/>
          </p:nvPr>
        </p:nvSpPr>
        <p:spPr>
          <a:xfrm>
            <a:off x="2429771" y="3718280"/>
            <a:ext cx="2742774" cy="2543746"/>
          </a:xfrm>
          <a:prstGeom prst="rect">
            <a:avLst/>
          </a:prstGeom>
        </p:spPr>
        <p:txBody>
          <a:bodyPr anchor="ctr">
            <a:noAutofit/>
          </a:bodyPr>
          <a:lstStyle>
            <a:lvl1pPr marL="0" indent="0">
              <a:buNone/>
              <a:defRPr sz="15400" b="1">
                <a:latin typeface="+mj-lt"/>
              </a:defRPr>
            </a:lvl1pPr>
          </a:lstStyle>
          <a:p>
            <a:pPr lvl="0"/>
            <a:r>
              <a:rPr lang="en-US" altLang="zh-CN"/>
              <a:t>01</a:t>
            </a:r>
            <a:endParaRPr lang="zh-CN" altLang="en-US"/>
          </a:p>
        </p:txBody>
      </p:sp>
      <p:sp>
        <p:nvSpPr>
          <p:cNvPr id="16" name="Text Placeholder 3"/>
          <p:cNvSpPr>
            <a:spLocks noGrp="1"/>
          </p:cNvSpPr>
          <p:nvPr>
            <p:ph type="body" sz="quarter" idx="12" hasCustomPrompt="1"/>
          </p:nvPr>
        </p:nvSpPr>
        <p:spPr>
          <a:xfrm>
            <a:off x="5172185" y="6485861"/>
            <a:ext cx="17486312" cy="2000770"/>
          </a:xfrm>
          <a:prstGeom prst="rect">
            <a:avLst/>
          </a:prstGeom>
        </p:spPr>
        <p:txBody>
          <a:bodyPr anchor="t"/>
          <a:lstStyle>
            <a:lvl1pPr marL="0" indent="0">
              <a:buNone/>
              <a:defRPr lang="en-US" altLang="zh-CN" sz="3200" kern="1200" spc="150" baseline="0" noProof="0">
                <a:solidFill>
                  <a:schemeClr val="tx1"/>
                </a:solidFill>
                <a:latin typeface="+mj-lt"/>
                <a:ea typeface="+mj-ea"/>
                <a:cs typeface="+mj-cs"/>
              </a:defRPr>
            </a:lvl1pPr>
          </a:lstStyle>
          <a:p>
            <a:pPr marL="457200" marR="0" lvl="0" indent="-457200" algn="l" defTabSz="457200" rtl="0" eaLnBrk="1" fontAlgn="auto" latinLnBrk="0" hangingPunct="1">
              <a:lnSpc>
                <a:spcPct val="100000"/>
              </a:lnSpc>
              <a:spcBef>
                <a:spcPct val="0"/>
              </a:spcBef>
              <a:spcAft>
                <a:spcPct val="0"/>
              </a:spcAft>
              <a:buClrTx/>
              <a:buSzTx/>
              <a:defRPr/>
            </a:pPr>
            <a:r>
              <a:rPr kumimoji="0" lang="sv-SE" altLang="zh-CN" sz="3200" b="0" i="0" u="none" strike="noStrike" kern="1200" cap="none" spc="0" normalizeH="0" baseline="0" noProof="0" err="1">
                <a:ln>
                  <a:noFill/>
                </a:ln>
                <a:solidFill>
                  <a:srgbClr val="333F48"/>
                </a:solidFill>
                <a:effectLst/>
                <a:uLnTx/>
                <a:uFillTx/>
                <a:latin typeface="+mn-lt"/>
                <a:ea typeface="+mn-ea"/>
                <a:cs typeface="+mn-cs"/>
              </a:rPr>
              <a:t>Subheader</a:t>
            </a:r>
            <a:endParaRPr kumimoji="0" lang="en-US" altLang="zh-CN" sz="3200" b="0" i="0" u="none" strike="noStrike" kern="1200" cap="none" spc="0" normalizeH="0" baseline="0" noProof="0">
              <a:ln>
                <a:noFill/>
              </a:ln>
              <a:solidFill>
                <a:srgbClr val="333F48"/>
              </a:solidFill>
              <a:effectLst/>
              <a:uLnTx/>
              <a:uFillTx/>
              <a:latin typeface="+mn-lt"/>
              <a:ea typeface="+mn-ea"/>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5" name="Picture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6" name="Text Placeholder 6"/>
          <p:cNvSpPr>
            <a:spLocks noGrp="1"/>
          </p:cNvSpPr>
          <p:nvPr>
            <p:ph type="body" sz="quarter" idx="12" hasCustomPrompt="1"/>
          </p:nvPr>
        </p:nvSpPr>
        <p:spPr>
          <a:xfrm>
            <a:off x="1412818" y="5002213"/>
            <a:ext cx="6923109" cy="5719762"/>
          </a:xfrm>
          <a:prstGeom prst="rect">
            <a:avLst/>
          </a:prstGeom>
        </p:spPr>
        <p:txBody>
          <a:bodyPr/>
          <a:lstStyle>
            <a:lvl1pPr marL="0" marR="0" indent="0" algn="l" defTabSz="457200" rtl="0" eaLnBrk="1" fontAlgn="auto" latinLnBrk="0" hangingPunct="1">
              <a:lnSpc>
                <a:spcPct val="130000"/>
              </a:lnSpc>
              <a:spcBef>
                <a:spcPct val="0"/>
              </a:spcBef>
              <a:spcAft>
                <a:spcPct val="0"/>
              </a:spcAft>
              <a:buClrTx/>
              <a:buSzTx/>
              <a:buFontTx/>
              <a:buNone/>
              <a:defRPr lang="en-US" altLang="zh-CN" sz="2800" kern="1200" noProof="0">
                <a:solidFill>
                  <a:schemeClr val="tx1"/>
                </a:solidFill>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sv-SE" altLang="zh-CN" sz="2600" b="0" i="0" u="none" strike="noStrike" kern="1200" cap="none" spc="150" normalizeH="0" baseline="0" noProof="0">
                <a:ln>
                  <a:noFill/>
                </a:ln>
                <a:solidFill>
                  <a:srgbClr val="333F48"/>
                </a:solidFill>
                <a:effectLst/>
                <a:uLnTx/>
                <a:uFillTx/>
                <a:latin typeface="+mn-lt"/>
                <a:ea typeface="+mn-ea"/>
                <a:cs typeface="+mn-cs"/>
              </a:rPr>
              <a:t>Text</a:t>
            </a:r>
            <a:endParaRPr kumimoji="0" lang="en-US" altLang="zh-CN" sz="2600" b="0" i="0" u="none" strike="noStrike" kern="1200" cap="none" spc="150" normalizeH="0" baseline="0" noProof="0">
              <a:ln>
                <a:noFill/>
              </a:ln>
              <a:solidFill>
                <a:srgbClr val="333F48"/>
              </a:solidFill>
              <a:effectLst/>
              <a:uLnTx/>
              <a:uFillTx/>
              <a:latin typeface="+mn-lt"/>
              <a:ea typeface="+mn-ea"/>
              <a:cs typeface="+mn-cs"/>
            </a:endParaRPr>
          </a:p>
        </p:txBody>
      </p:sp>
      <p:sp>
        <p:nvSpPr>
          <p:cNvPr id="7" name="Title 1"/>
          <p:cNvSpPr>
            <a:spLocks noGrp="1"/>
          </p:cNvSpPr>
          <p:nvPr>
            <p:ph type="title" hasCustomPrompt="1"/>
          </p:nvPr>
        </p:nvSpPr>
        <p:spPr>
          <a:xfrm>
            <a:off x="1412819" y="1152939"/>
            <a:ext cx="21029831" cy="1013790"/>
          </a:xfrm>
          <a:prstGeom prst="rect">
            <a:avLst/>
          </a:prstGeom>
        </p:spPr>
        <p:txBody>
          <a:bodyPr>
            <a:noAutofit/>
          </a:bodyPr>
          <a:lstStyle>
            <a:lvl1pPr>
              <a:lnSpc>
                <a:spcPct val="100000"/>
              </a:lnSpc>
              <a:defRPr sz="5400" spc="0" baseline="0">
                <a:solidFill>
                  <a:schemeClr val="tx1"/>
                </a:solidFill>
                <a:latin typeface="+mj-lt"/>
              </a:defRPr>
            </a:lvl1pPr>
          </a:lstStyle>
          <a:p>
            <a:r>
              <a:rPr lang="sv-SE" altLang="zh-CN" err="1"/>
              <a:t>Header</a:t>
            </a:r>
            <a:endParaRPr lang="en-US"/>
          </a:p>
        </p:txBody>
      </p:sp>
      <p:sp>
        <p:nvSpPr>
          <p:cNvPr id="8" name="Text Placeholder 6"/>
          <p:cNvSpPr>
            <a:spLocks noGrp="1"/>
          </p:cNvSpPr>
          <p:nvPr>
            <p:ph type="body" sz="quarter" idx="13" hasCustomPrompt="1"/>
          </p:nvPr>
        </p:nvSpPr>
        <p:spPr>
          <a:xfrm>
            <a:off x="1412818" y="3908910"/>
            <a:ext cx="6923109" cy="1093303"/>
          </a:xfrm>
          <a:prstGeom prst="rect">
            <a:avLst/>
          </a:prstGeom>
        </p:spPr>
        <p:txBody>
          <a:bodyPr anchor="t"/>
          <a:lstStyle>
            <a:lvl1pPr marL="0" marR="0" indent="0" algn="l" defTabSz="457200" rtl="0" eaLnBrk="1" fontAlgn="auto" latinLnBrk="0" hangingPunct="1">
              <a:lnSpc>
                <a:spcPct val="100000"/>
              </a:lnSpc>
              <a:spcBef>
                <a:spcPct val="0"/>
              </a:spcBef>
              <a:spcAft>
                <a:spcPct val="0"/>
              </a:spcAft>
              <a:buClrTx/>
              <a:buSzTx/>
              <a:buFontTx/>
              <a:buNone/>
              <a:defRPr kumimoji="0" lang="en-US" altLang="zh-CN" sz="3200" b="1" i="0" u="none" strike="noStrike" kern="1200" cap="none" spc="150" normalizeH="0" baseline="0" noProof="0">
                <a:ln>
                  <a:noFill/>
                </a:ln>
                <a:solidFill>
                  <a:srgbClr val="FF5C35"/>
                </a:solidFill>
                <a:effectLst/>
                <a:uLnTx/>
                <a:uFillTx/>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sv-SE" altLang="zh-CN" sz="3200" b="1" i="0" u="none" strike="noStrike" kern="1200" cap="none" spc="150" normalizeH="0" baseline="0" noProof="0" err="1">
                <a:ln>
                  <a:noFill/>
                </a:ln>
                <a:solidFill>
                  <a:srgbClr val="FF5C35"/>
                </a:solidFill>
                <a:effectLst/>
                <a:uLnTx/>
                <a:uFillTx/>
                <a:latin typeface="+mn-lt"/>
                <a:ea typeface="+mn-ea"/>
                <a:cs typeface="+mn-cs"/>
              </a:rPr>
              <a:t>Header</a:t>
            </a:r>
            <a:endParaRPr kumimoji="0" lang="en-US" altLang="zh-CN" sz="3200" b="1" i="0" u="none" strike="noStrike" kern="1200" cap="none" spc="150" normalizeH="0" baseline="0" noProof="0">
              <a:ln>
                <a:noFill/>
              </a:ln>
              <a:solidFill>
                <a:srgbClr val="FF5C35"/>
              </a:solidFill>
              <a:effectLst/>
              <a:uLnTx/>
              <a:uFillTx/>
              <a:latin typeface="+mn-lt"/>
              <a:ea typeface="+mn-ea"/>
              <a:cs typeface="+mn-cs"/>
            </a:endParaRPr>
          </a:p>
        </p:txBody>
      </p:sp>
      <p:sp>
        <p:nvSpPr>
          <p:cNvPr id="10"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
        <p:nvSpPr>
          <p:cNvPr id="11" name="Text Placeholder 6"/>
          <p:cNvSpPr>
            <a:spLocks noGrp="1"/>
          </p:cNvSpPr>
          <p:nvPr>
            <p:ph type="body" sz="quarter" idx="17" hasCustomPrompt="1"/>
          </p:nvPr>
        </p:nvSpPr>
        <p:spPr>
          <a:xfrm>
            <a:off x="10576694" y="3908910"/>
            <a:ext cx="6923109" cy="1093303"/>
          </a:xfrm>
          <a:prstGeom prst="rect">
            <a:avLst/>
          </a:prstGeom>
        </p:spPr>
        <p:txBody>
          <a:bodyPr anchor="t"/>
          <a:lstStyle>
            <a:lvl1pPr marL="0" marR="0" indent="0" algn="l" defTabSz="457200" rtl="0" eaLnBrk="1" fontAlgn="auto" latinLnBrk="0" hangingPunct="1">
              <a:lnSpc>
                <a:spcPct val="100000"/>
              </a:lnSpc>
              <a:spcBef>
                <a:spcPct val="0"/>
              </a:spcBef>
              <a:spcAft>
                <a:spcPct val="0"/>
              </a:spcAft>
              <a:buClrTx/>
              <a:buSzTx/>
              <a:buFontTx/>
              <a:buNone/>
              <a:defRPr kumimoji="0" lang="en-US" altLang="zh-CN" sz="3200" b="1" i="0" u="none" strike="noStrike" kern="1200" cap="none" spc="150" normalizeH="0" baseline="0" noProof="0">
                <a:ln>
                  <a:noFill/>
                </a:ln>
                <a:solidFill>
                  <a:srgbClr val="FF5C35"/>
                </a:solidFill>
                <a:effectLst/>
                <a:uLnTx/>
                <a:uFillTx/>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sv-SE" altLang="zh-CN" sz="3200" b="1" i="0" u="none" strike="noStrike" kern="1200" cap="none" spc="150" normalizeH="0" baseline="0" noProof="0" err="1">
                <a:ln>
                  <a:noFill/>
                </a:ln>
                <a:solidFill>
                  <a:srgbClr val="FF5C35"/>
                </a:solidFill>
                <a:effectLst/>
                <a:uLnTx/>
                <a:uFillTx/>
                <a:latin typeface="+mn-lt"/>
                <a:ea typeface="+mn-ea"/>
                <a:cs typeface="+mn-cs"/>
              </a:rPr>
              <a:t>Header</a:t>
            </a:r>
            <a:endParaRPr kumimoji="0" lang="en-US" altLang="zh-CN" sz="3200" b="1" i="0" u="none" strike="noStrike" kern="1200" cap="none" spc="150" normalizeH="0" baseline="0" noProof="0">
              <a:ln>
                <a:noFill/>
              </a:ln>
              <a:solidFill>
                <a:srgbClr val="FF5C35"/>
              </a:solidFill>
              <a:effectLst/>
              <a:uLnTx/>
              <a:uFillTx/>
              <a:latin typeface="+mn-lt"/>
              <a:ea typeface="+mn-ea"/>
              <a:cs typeface="+mn-cs"/>
            </a:endParaRPr>
          </a:p>
        </p:txBody>
      </p:sp>
      <p:sp>
        <p:nvSpPr>
          <p:cNvPr id="12" name="Text Placeholder 6"/>
          <p:cNvSpPr>
            <a:spLocks noGrp="1"/>
          </p:cNvSpPr>
          <p:nvPr>
            <p:ph type="body" sz="quarter" idx="18" hasCustomPrompt="1"/>
          </p:nvPr>
        </p:nvSpPr>
        <p:spPr>
          <a:xfrm>
            <a:off x="10576694" y="5002213"/>
            <a:ext cx="6923109" cy="5719762"/>
          </a:xfrm>
          <a:prstGeom prst="rect">
            <a:avLst/>
          </a:prstGeom>
        </p:spPr>
        <p:txBody>
          <a:bodyPr/>
          <a:lstStyle>
            <a:lvl1pPr marL="0" marR="0" indent="0" algn="l" defTabSz="457200" rtl="0" eaLnBrk="1" fontAlgn="auto" latinLnBrk="0" hangingPunct="1">
              <a:lnSpc>
                <a:spcPct val="130000"/>
              </a:lnSpc>
              <a:spcBef>
                <a:spcPct val="0"/>
              </a:spcBef>
              <a:spcAft>
                <a:spcPct val="0"/>
              </a:spcAft>
              <a:buClrTx/>
              <a:buSzTx/>
              <a:buFontTx/>
              <a:buNone/>
              <a:defRPr lang="en-US" altLang="zh-CN" sz="2800" kern="1200" noProof="0">
                <a:solidFill>
                  <a:schemeClr val="tx1"/>
                </a:solidFill>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sv-SE" altLang="zh-CN" sz="2600" b="0" i="0" u="none" strike="noStrike" kern="1200" cap="none" spc="150" normalizeH="0" baseline="0" noProof="0">
                <a:ln>
                  <a:noFill/>
                </a:ln>
                <a:solidFill>
                  <a:srgbClr val="333F48"/>
                </a:solidFill>
                <a:effectLst/>
                <a:uLnTx/>
                <a:uFillTx/>
                <a:latin typeface="+mn-lt"/>
                <a:ea typeface="+mn-ea"/>
                <a:cs typeface="+mn-cs"/>
              </a:rPr>
              <a:t>Text</a:t>
            </a:r>
            <a:endParaRPr kumimoji="0" lang="en-US" altLang="zh-CN" sz="2600" b="0" i="0" u="none" strike="noStrike" kern="1200" cap="none" spc="150" normalizeH="0" baseline="0" noProof="0">
              <a:ln>
                <a:noFill/>
              </a:ln>
              <a:solidFill>
                <a:srgbClr val="333F48"/>
              </a:solidFill>
              <a:effectLst/>
              <a:uLnTx/>
              <a:uFillTx/>
              <a:latin typeface="+mn-lt"/>
              <a:ea typeface="+mn-ea"/>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12819" y="1152939"/>
            <a:ext cx="10626725" cy="1013790"/>
          </a:xfrm>
          <a:prstGeom prst="rect">
            <a:avLst/>
          </a:prstGeom>
        </p:spPr>
        <p:txBody>
          <a:bodyPr>
            <a:noAutofit/>
          </a:bodyPr>
          <a:lstStyle>
            <a:lvl1pPr>
              <a:lnSpc>
                <a:spcPct val="100000"/>
              </a:lnSpc>
              <a:defRPr sz="5400" spc="0" baseline="0">
                <a:solidFill>
                  <a:schemeClr val="tx1"/>
                </a:solidFill>
              </a:defRPr>
            </a:lvl1pPr>
          </a:lstStyle>
          <a:p>
            <a:r>
              <a:rPr lang="sv-SE" altLang="zh-CN" err="1"/>
              <a:t>Header</a:t>
            </a:r>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18" name="Picture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23" name="Text Placeholder 21"/>
          <p:cNvSpPr>
            <a:spLocks noGrp="1"/>
          </p:cNvSpPr>
          <p:nvPr>
            <p:ph type="body" sz="quarter" idx="13" hasCustomPrompt="1"/>
          </p:nvPr>
        </p:nvSpPr>
        <p:spPr>
          <a:xfrm>
            <a:off x="1412819" y="3836680"/>
            <a:ext cx="7530460" cy="7891462"/>
          </a:xfrm>
          <a:prstGeom prst="rect">
            <a:avLst/>
          </a:prstGeom>
        </p:spPr>
        <p:txBody>
          <a:bodyPr>
            <a:noAutofit/>
          </a:bodyPr>
          <a:lstStyle>
            <a:lvl1pPr marL="457200" indent="-457200">
              <a:lnSpc>
                <a:spcPct val="120000"/>
              </a:lnSpc>
              <a:spcBef>
                <a:spcPct val="0"/>
              </a:spcBef>
              <a:spcAft>
                <a:spcPts val="1000"/>
              </a:spcAft>
              <a:buClr>
                <a:schemeClr val="tx2"/>
              </a:buClr>
              <a:buSzPct val="120000"/>
              <a:buFont typeface="Systemtypsnitt normalt"/>
              <a:buChar char="●"/>
              <a:defRPr sz="2800"/>
            </a:lvl1pPr>
          </a:lstStyle>
          <a:p>
            <a:pPr lvl="0"/>
            <a:r>
              <a:rPr lang="sv-SE" altLang="zh-CN"/>
              <a:t>Text</a:t>
            </a:r>
            <a:endParaRPr lang="zh-CN" altLang="en-US"/>
          </a:p>
        </p:txBody>
      </p:sp>
      <p:sp>
        <p:nvSpPr>
          <p:cNvPr id="24" name="Text Placeholder 6"/>
          <p:cNvSpPr>
            <a:spLocks noGrp="1"/>
          </p:cNvSpPr>
          <p:nvPr>
            <p:ph type="body" sz="quarter" idx="12" hasCustomPrompt="1"/>
          </p:nvPr>
        </p:nvSpPr>
        <p:spPr>
          <a:xfrm>
            <a:off x="1412875" y="2295463"/>
            <a:ext cx="10626725" cy="624671"/>
          </a:xfrm>
          <a:prstGeom prst="rect">
            <a:avLst/>
          </a:prstGeom>
        </p:spPr>
        <p:txBody>
          <a:bodyPr>
            <a:noAutofit/>
          </a:bodyPr>
          <a:lstStyle>
            <a:lvl1pPr marL="0" indent="0">
              <a:buNone/>
              <a:defRPr sz="3200"/>
            </a:lvl1pPr>
          </a:lstStyle>
          <a:p>
            <a:pPr lvl="0"/>
            <a:r>
              <a:rPr lang="sv-SE" altLang="zh-CN" err="1"/>
              <a:t>Subheader</a:t>
            </a:r>
            <a:endParaRPr lang="zh-CN" altLang="en-US"/>
          </a:p>
        </p:txBody>
      </p:sp>
      <p:sp>
        <p:nvSpPr>
          <p:cNvPr id="4" name="Picture Placeholder 3"/>
          <p:cNvSpPr>
            <a:spLocks noGrp="1"/>
          </p:cNvSpPr>
          <p:nvPr>
            <p:ph type="pic" sz="quarter" idx="14" hasCustomPrompt="1"/>
          </p:nvPr>
        </p:nvSpPr>
        <p:spPr>
          <a:xfrm>
            <a:off x="12342813" y="0"/>
            <a:ext cx="12039600" cy="13716000"/>
          </a:xfrm>
          <a:prstGeom prst="rect">
            <a:avLst/>
          </a:prstGeom>
          <a:solidFill>
            <a:schemeClr val="bg2"/>
          </a:solidFill>
        </p:spPr>
        <p:txBody>
          <a:bodyPr anchor="ctr"/>
          <a:lstStyle>
            <a:lvl1pPr marL="0" indent="0" algn="ctr">
              <a:buNone/>
              <a:defRPr sz="5400">
                <a:solidFill>
                  <a:schemeClr val="bg1"/>
                </a:solidFill>
              </a:defRPr>
            </a:lvl1pPr>
          </a:lstStyle>
          <a:p>
            <a:r>
              <a:rPr lang="sv-SE" altLang="zh-CN"/>
              <a:t>Image</a:t>
            </a:r>
            <a:endParaRPr lang="zh-CN" altLang="en-US"/>
          </a:p>
        </p:txBody>
      </p:sp>
      <p:sp>
        <p:nvSpPr>
          <p:cNvPr id="12"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12819" y="1152939"/>
            <a:ext cx="21029831" cy="1013790"/>
          </a:xfrm>
          <a:prstGeom prst="rect">
            <a:avLst/>
          </a:prstGeom>
        </p:spPr>
        <p:txBody>
          <a:bodyPr>
            <a:noAutofit/>
          </a:bodyPr>
          <a:lstStyle>
            <a:lvl1pPr>
              <a:lnSpc>
                <a:spcPct val="100000"/>
              </a:lnSpc>
              <a:defRPr sz="5400" spc="0" baseline="0">
                <a:solidFill>
                  <a:schemeClr val="tx1"/>
                </a:solidFill>
              </a:defRPr>
            </a:lvl1pPr>
          </a:lstStyle>
          <a:p>
            <a:r>
              <a:rPr lang="sv-SE" err="1"/>
              <a:t>Header</a:t>
            </a:r>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18" name="Picture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24" name="Text Placeholder 6"/>
          <p:cNvSpPr>
            <a:spLocks noGrp="1"/>
          </p:cNvSpPr>
          <p:nvPr>
            <p:ph type="body" sz="quarter" idx="12" hasCustomPrompt="1"/>
          </p:nvPr>
        </p:nvSpPr>
        <p:spPr>
          <a:xfrm>
            <a:off x="1412875" y="2295463"/>
            <a:ext cx="21029775" cy="624671"/>
          </a:xfrm>
          <a:prstGeom prst="rect">
            <a:avLst/>
          </a:prstGeom>
        </p:spPr>
        <p:txBody>
          <a:bodyPr>
            <a:noAutofit/>
          </a:bodyPr>
          <a:lstStyle>
            <a:lvl1pPr marL="0" indent="0">
              <a:buNone/>
              <a:defRPr sz="3200"/>
            </a:lvl1pPr>
          </a:lstStyle>
          <a:p>
            <a:pPr lvl="0"/>
            <a:r>
              <a:rPr lang="sv-SE" altLang="zh-CN" err="1"/>
              <a:t>Subheader</a:t>
            </a:r>
            <a:endParaRPr lang="zh-CN" altLang="en-US"/>
          </a:p>
        </p:txBody>
      </p:sp>
      <p:sp>
        <p:nvSpPr>
          <p:cNvPr id="12"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
        <p:nvSpPr>
          <p:cNvPr id="13" name="Content Placeholder 4"/>
          <p:cNvSpPr>
            <a:spLocks noGrp="1"/>
          </p:cNvSpPr>
          <p:nvPr>
            <p:ph sz="quarter" idx="13" hasCustomPrompt="1"/>
          </p:nvPr>
        </p:nvSpPr>
        <p:spPr>
          <a:xfrm>
            <a:off x="1412875" y="3836680"/>
            <a:ext cx="21029612" cy="8447395"/>
          </a:xfrm>
          <a:prstGeom prst="rect">
            <a:avLst/>
          </a:prstGeom>
        </p:spPr>
        <p:txBody>
          <a:bodyPr>
            <a:normAutofit/>
          </a:bodyPr>
          <a:lstStyle>
            <a:lvl1pPr marL="0" indent="0">
              <a:lnSpc>
                <a:spcPct val="120000"/>
              </a:lnSpc>
              <a:spcBef>
                <a:spcPct val="0"/>
              </a:spcBef>
              <a:buNone/>
              <a:defRPr sz="2800" spc="50" baseline="0"/>
            </a:lvl1pPr>
          </a:lstStyle>
          <a:p>
            <a:pPr lvl="0"/>
            <a:r>
              <a:rPr lang="sv-SE" altLang="zh-CN" err="1"/>
              <a:t>Add pictures, graphics, icons, tables, etc.</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Full - Bulle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18" name="Picture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23" name="Text Placeholder 21"/>
          <p:cNvSpPr>
            <a:spLocks noGrp="1"/>
          </p:cNvSpPr>
          <p:nvPr>
            <p:ph type="body" sz="quarter" idx="13" hasCustomPrompt="1"/>
          </p:nvPr>
        </p:nvSpPr>
        <p:spPr>
          <a:xfrm>
            <a:off x="1412818" y="3836680"/>
            <a:ext cx="21029775" cy="7891462"/>
          </a:xfrm>
          <a:prstGeom prst="rect">
            <a:avLst/>
          </a:prstGeom>
        </p:spPr>
        <p:txBody>
          <a:bodyPr>
            <a:noAutofit/>
          </a:bodyPr>
          <a:lstStyle>
            <a:lvl1pPr marL="457200" indent="-457200">
              <a:lnSpc>
                <a:spcPct val="120000"/>
              </a:lnSpc>
              <a:spcBef>
                <a:spcPct val="0"/>
              </a:spcBef>
              <a:spcAft>
                <a:spcPts val="1000"/>
              </a:spcAft>
              <a:buClr>
                <a:schemeClr val="tx2"/>
              </a:buClr>
              <a:buSzPct val="120000"/>
              <a:buFont typeface="Systemtypsnitt normalt"/>
              <a:buChar char="●"/>
              <a:defRPr sz="2800"/>
            </a:lvl1pPr>
          </a:lstStyle>
          <a:p>
            <a:pPr lvl="0"/>
            <a:r>
              <a:rPr lang="sv-SE" altLang="zh-CN"/>
              <a:t>Text</a:t>
            </a:r>
            <a:endParaRPr lang="zh-CN" altLang="en-US"/>
          </a:p>
        </p:txBody>
      </p:sp>
      <p:sp>
        <p:nvSpPr>
          <p:cNvPr id="12"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
        <p:nvSpPr>
          <p:cNvPr id="10" name="Title 1"/>
          <p:cNvSpPr>
            <a:spLocks noGrp="1"/>
          </p:cNvSpPr>
          <p:nvPr>
            <p:ph type="title" hasCustomPrompt="1"/>
          </p:nvPr>
        </p:nvSpPr>
        <p:spPr>
          <a:xfrm>
            <a:off x="1412819" y="1152939"/>
            <a:ext cx="21029831" cy="1013790"/>
          </a:xfrm>
          <a:prstGeom prst="rect">
            <a:avLst/>
          </a:prstGeom>
        </p:spPr>
        <p:txBody>
          <a:bodyPr>
            <a:noAutofit/>
          </a:bodyPr>
          <a:lstStyle>
            <a:lvl1pPr>
              <a:lnSpc>
                <a:spcPct val="100000"/>
              </a:lnSpc>
              <a:defRPr sz="5400" spc="0" baseline="0">
                <a:solidFill>
                  <a:schemeClr val="tx1"/>
                </a:solidFill>
              </a:defRPr>
            </a:lvl1pPr>
          </a:lstStyle>
          <a:p>
            <a:r>
              <a:rPr lang="sv-SE" err="1"/>
              <a:t>Header</a:t>
            </a:r>
            <a:endParaRPr lang="en-US"/>
          </a:p>
        </p:txBody>
      </p:sp>
      <p:sp>
        <p:nvSpPr>
          <p:cNvPr id="11" name="Text Placeholder 6"/>
          <p:cNvSpPr>
            <a:spLocks noGrp="1"/>
          </p:cNvSpPr>
          <p:nvPr>
            <p:ph type="body" sz="quarter" idx="12" hasCustomPrompt="1"/>
          </p:nvPr>
        </p:nvSpPr>
        <p:spPr>
          <a:xfrm>
            <a:off x="1412875" y="2295463"/>
            <a:ext cx="21029775" cy="624671"/>
          </a:xfrm>
          <a:prstGeom prst="rect">
            <a:avLst/>
          </a:prstGeom>
        </p:spPr>
        <p:txBody>
          <a:bodyPr>
            <a:noAutofit/>
          </a:bodyPr>
          <a:lstStyle>
            <a:lvl1pPr marL="0" indent="0">
              <a:buNone/>
              <a:defRPr sz="3200"/>
            </a:lvl1pPr>
          </a:lstStyle>
          <a:p>
            <a:pPr lvl="0"/>
            <a:r>
              <a:rPr lang="sv-SE" altLang="zh-CN" err="1"/>
              <a:t>Subheader</a:t>
            </a:r>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12819" y="1152939"/>
            <a:ext cx="21029831" cy="1013790"/>
          </a:xfrm>
          <a:prstGeom prst="rect">
            <a:avLst/>
          </a:prstGeom>
        </p:spPr>
        <p:txBody>
          <a:bodyPr>
            <a:noAutofit/>
          </a:bodyPr>
          <a:lstStyle>
            <a:lvl1pPr>
              <a:lnSpc>
                <a:spcPct val="100000"/>
              </a:lnSpc>
              <a:defRPr sz="5400" spc="0" baseline="0">
                <a:solidFill>
                  <a:schemeClr val="tx1"/>
                </a:solidFill>
              </a:defRPr>
            </a:lvl1pPr>
          </a:lstStyle>
          <a:p>
            <a:r>
              <a:rPr lang="sv-SE" altLang="zh-CN" err="1"/>
              <a:t>Header</a:t>
            </a:r>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18" name="Picture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14" name="Content Placeholder 4"/>
          <p:cNvSpPr>
            <a:spLocks noGrp="1"/>
          </p:cNvSpPr>
          <p:nvPr>
            <p:ph sz="quarter" idx="13" hasCustomPrompt="1"/>
          </p:nvPr>
        </p:nvSpPr>
        <p:spPr>
          <a:xfrm>
            <a:off x="1412875" y="2849344"/>
            <a:ext cx="21029612" cy="9434731"/>
          </a:xfrm>
          <a:prstGeom prst="rect">
            <a:avLst/>
          </a:prstGeom>
        </p:spPr>
        <p:txBody>
          <a:bodyPr>
            <a:normAutofit/>
          </a:bodyPr>
          <a:lstStyle>
            <a:lvl1pPr marL="0" indent="0">
              <a:lnSpc>
                <a:spcPct val="120000"/>
              </a:lnSpc>
              <a:spcBef>
                <a:spcPct val="0"/>
              </a:spcBef>
              <a:buNone/>
              <a:defRPr sz="2800" spc="50" baseline="0"/>
            </a:lvl1pPr>
          </a:lstStyle>
          <a:p>
            <a:pPr lvl="0"/>
            <a:r>
              <a:rPr lang="sv-SE" altLang="zh-CN" err="1"/>
              <a:t>Add pictures, graphics, icons, tables, etc.</a:t>
            </a:r>
            <a:endParaRPr lang="zh-CN" altLang="en-US"/>
          </a:p>
        </p:txBody>
      </p:sp>
      <p:sp>
        <p:nvSpPr>
          <p:cNvPr id="11"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12819" y="1152939"/>
            <a:ext cx="21029831" cy="1013790"/>
          </a:xfrm>
          <a:prstGeom prst="rect">
            <a:avLst/>
          </a:prstGeom>
        </p:spPr>
        <p:txBody>
          <a:bodyPr>
            <a:noAutofit/>
          </a:bodyPr>
          <a:lstStyle>
            <a:lvl1pPr>
              <a:lnSpc>
                <a:spcPct val="100000"/>
              </a:lnSpc>
              <a:defRPr sz="5400" spc="0" baseline="0">
                <a:solidFill>
                  <a:schemeClr val="tx1"/>
                </a:solidFill>
              </a:defRPr>
            </a:lvl1pPr>
          </a:lstStyle>
          <a:p>
            <a:r>
              <a:rPr lang="sv-SE" altLang="zh-CN" err="1"/>
              <a:t>Header</a:t>
            </a:r>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18" name="Picture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11"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
        <p:nvSpPr>
          <p:cNvPr id="10" name="Text Placeholder 6"/>
          <p:cNvSpPr>
            <a:spLocks noGrp="1"/>
          </p:cNvSpPr>
          <p:nvPr>
            <p:ph type="body" sz="quarter" idx="12" hasCustomPrompt="1"/>
          </p:nvPr>
        </p:nvSpPr>
        <p:spPr>
          <a:xfrm>
            <a:off x="1412875" y="2295463"/>
            <a:ext cx="21029775" cy="624671"/>
          </a:xfrm>
          <a:prstGeom prst="rect">
            <a:avLst/>
          </a:prstGeom>
        </p:spPr>
        <p:txBody>
          <a:bodyPr>
            <a:noAutofit/>
          </a:bodyPr>
          <a:lstStyle>
            <a:lvl1pPr marL="0" indent="0">
              <a:buNone/>
              <a:defRPr sz="3200"/>
            </a:lvl1pPr>
          </a:lstStyle>
          <a:p>
            <a:pPr lvl="0"/>
            <a:r>
              <a:rPr lang="sv-SE" altLang="zh-CN" err="1"/>
              <a:t>Subheader</a:t>
            </a:r>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46"/>
            <a:ext cx="24382412" cy="13715107"/>
          </a:xfrm>
          <a:prstGeom prst="rect">
            <a:avLst/>
          </a:prstGeom>
        </p:spPr>
      </p:pic>
      <p:sp>
        <p:nvSpPr>
          <p:cNvPr id="5" name="Title 1"/>
          <p:cNvSpPr>
            <a:spLocks noGrp="1"/>
          </p:cNvSpPr>
          <p:nvPr>
            <p:ph type="ctrTitle" hasCustomPrompt="1"/>
          </p:nvPr>
        </p:nvSpPr>
        <p:spPr>
          <a:xfrm>
            <a:off x="1021051" y="5562452"/>
            <a:ext cx="14835476" cy="2591094"/>
          </a:xfrm>
          <a:prstGeom prst="rect">
            <a:avLst/>
          </a:prstGeom>
        </p:spPr>
        <p:txBody>
          <a:bodyPr anchor="ctr">
            <a:noAutofit/>
          </a:bodyPr>
          <a:lstStyle>
            <a:lvl1pPr algn="l">
              <a:lnSpc>
                <a:spcPct val="100000"/>
              </a:lnSpc>
              <a:defRPr sz="7200" b="0" i="0" spc="0" baseline="0">
                <a:solidFill>
                  <a:srgbClr val="333F48"/>
                </a:solidFill>
                <a:latin typeface="+mj-lt"/>
                <a:ea typeface="+mj-ea"/>
                <a:cs typeface="Segoe UI" panose="020B0502040204020203" pitchFamily="34" charset="0"/>
              </a:defRPr>
            </a:lvl1pPr>
          </a:lstStyle>
          <a:p>
            <a:r>
              <a:rPr lang="sv-SE" altLang="zh-CN" err="1"/>
              <a:t>Header</a:t>
            </a:r>
            <a:endParaRPr lang="en-US"/>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1051" y="995667"/>
            <a:ext cx="2801649" cy="382624"/>
          </a:xfrm>
          <a:prstGeom prst="rect">
            <a:avLst/>
          </a:prstGeom>
        </p:spPr>
      </p:pic>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文本/图表一栏">
    <p:spTree>
      <p:nvGrpSpPr>
        <p:cNvPr id="1" name=""/>
        <p:cNvGrpSpPr/>
        <p:nvPr/>
      </p:nvGrpSpPr>
      <p:grpSpPr>
        <a:xfrm>
          <a:off x="0" y="0"/>
          <a:ext cx="0" cy="0"/>
          <a:chOff x="0" y="0"/>
          <a:chExt cx="0" cy="0"/>
        </a:xfrm>
      </p:grpSpPr>
      <p:sp>
        <p:nvSpPr>
          <p:cNvPr id="14" name="Content Placeholder 4"/>
          <p:cNvSpPr>
            <a:spLocks noGrp="1"/>
          </p:cNvSpPr>
          <p:nvPr>
            <p:ph sz="quarter" idx="13" hasCustomPrompt="1"/>
          </p:nvPr>
        </p:nvSpPr>
        <p:spPr>
          <a:xfrm>
            <a:off x="1412879" y="2849344"/>
            <a:ext cx="21029612" cy="9434732"/>
          </a:xfrm>
          <a:prstGeom prst="rect">
            <a:avLst/>
          </a:prstGeom>
        </p:spPr>
        <p:txBody>
          <a:bodyPr>
            <a:noAutofit/>
          </a:bodyPr>
          <a:lstStyle>
            <a:lvl1pPr marL="0" indent="0">
              <a:lnSpc>
                <a:spcPct val="100000"/>
              </a:lnSpc>
              <a:spcBef>
                <a:spcPct val="0"/>
              </a:spcBef>
              <a:buNone/>
              <a:defRPr sz="2800" spc="0" baseline="0"/>
            </a:lvl1pPr>
          </a:lstStyle>
          <a:p>
            <a:pPr lvl="0"/>
            <a:r>
              <a:rPr lang="zh-CN" altLang="en-US"/>
              <a:t>添加图片、图形、图标、表格等内容</a:t>
            </a:r>
          </a:p>
        </p:txBody>
      </p:sp>
      <p:sp>
        <p:nvSpPr>
          <p:cNvPr id="11" name="Date Placeholder 3"/>
          <p:cNvSpPr txBox="1"/>
          <p:nvPr userDrawn="1"/>
        </p:nvSpPr>
        <p:spPr>
          <a:xfrm>
            <a:off x="23058275" y="12857458"/>
            <a:ext cx="578618" cy="320040"/>
          </a:xfrm>
          <a:prstGeom prst="rect">
            <a:avLst/>
          </a:prstGeom>
        </p:spPr>
        <p:txBody>
          <a:bodyPr vert="horz" lIns="91428" tIns="45715" rIns="91428" bIns="45715"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1152A47-E8C7-48FE-8630-A6A2991B6372}" type="slidenum">
              <a:rPr lang="zh-CN" altLang="en-US" sz="1800" smtClean="0">
                <a:solidFill>
                  <a:schemeClr val="bg2"/>
                </a:solidFill>
              </a:rPr>
              <a:t>‹#›</a:t>
            </a:fld>
            <a:endParaRPr lang="zh-CN" altLang="en-US" sz="1800">
              <a:solidFill>
                <a:schemeClr val="bg2"/>
              </a:solidFill>
            </a:endParaRPr>
          </a:p>
        </p:txBody>
      </p:sp>
      <p:pic>
        <p:nvPicPr>
          <p:cNvPr id="15" name="Picture 14"/>
          <p:cNvPicPr>
            <a:picLocks noChangeAspect="1"/>
          </p:cNvPicPr>
          <p:nvPr userDrawn="1"/>
        </p:nvPicPr>
        <p:blipFill>
          <a:blip r:embed="rId2"/>
          <a:stretch>
            <a:fillRect/>
          </a:stretch>
        </p:blipFill>
        <p:spPr>
          <a:xfrm>
            <a:off x="22817852" y="13231371"/>
            <a:ext cx="1042418" cy="484634"/>
          </a:xfrm>
          <a:prstGeom prst="rect">
            <a:avLst/>
          </a:prstGeom>
        </p:spPr>
      </p:pic>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2025/9/28</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12820" y="1152940"/>
            <a:ext cx="21029831" cy="1013790"/>
          </a:xfrm>
          <a:prstGeom prst="rect">
            <a:avLst/>
          </a:prstGeom>
        </p:spPr>
        <p:txBody>
          <a:bodyPr>
            <a:normAutofit/>
          </a:bodyPr>
          <a:lstStyle>
            <a:lvl1pPr>
              <a:lnSpc>
                <a:spcPct val="100000"/>
              </a:lnSpc>
              <a:defRPr sz="5400" spc="300" baseline="0">
                <a:solidFill>
                  <a:schemeClr val="tx1"/>
                </a:solidFill>
              </a:defRPr>
            </a:lvl1pPr>
          </a:lstStyle>
          <a:p>
            <a:r>
              <a:rPr lang="zh-CN" altLang="en-US"/>
              <a:t>编辑标题文字</a:t>
            </a:r>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4" y="1412098"/>
            <a:ext cx="376305" cy="51111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814801" y="13231368"/>
            <a:ext cx="1048514" cy="484634"/>
          </a:xfrm>
          <a:prstGeom prst="rect">
            <a:avLst/>
          </a:prstGeom>
        </p:spPr>
      </p:pic>
      <p:pic>
        <p:nvPicPr>
          <p:cNvPr id="18" name="Picture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70" y="689708"/>
            <a:ext cx="2005585" cy="273906"/>
          </a:xfrm>
          <a:prstGeom prst="rect">
            <a:avLst/>
          </a:prstGeom>
        </p:spPr>
      </p:pic>
      <p:sp>
        <p:nvSpPr>
          <p:cNvPr id="23" name="Text Placeholder 21"/>
          <p:cNvSpPr>
            <a:spLocks noGrp="1"/>
          </p:cNvSpPr>
          <p:nvPr>
            <p:ph type="body" sz="quarter" idx="13" hasCustomPrompt="1"/>
          </p:nvPr>
        </p:nvSpPr>
        <p:spPr>
          <a:xfrm>
            <a:off x="1412820" y="3836680"/>
            <a:ext cx="7530460" cy="7891462"/>
          </a:xfrm>
          <a:prstGeom prst="rect">
            <a:avLst/>
          </a:prstGeom>
        </p:spPr>
        <p:txBody>
          <a:bodyPr>
            <a:normAutofit/>
          </a:bodyPr>
          <a:lstStyle>
            <a:lvl1pPr marL="0" indent="0">
              <a:lnSpc>
                <a:spcPct val="120000"/>
              </a:lnSpc>
              <a:spcBef>
                <a:spcPct val="0"/>
              </a:spcBef>
              <a:buClr>
                <a:schemeClr val="tx2"/>
              </a:buClr>
              <a:buNone/>
              <a:defRPr sz="2800"/>
            </a:lvl1pPr>
          </a:lstStyle>
          <a:p>
            <a:pPr lvl="0"/>
            <a:r>
              <a:rPr lang="zh-CN" altLang="en-US"/>
              <a:t>编辑正文文字</a:t>
            </a:r>
          </a:p>
        </p:txBody>
      </p:sp>
      <p:sp>
        <p:nvSpPr>
          <p:cNvPr id="24" name="Text Placeholder 6"/>
          <p:cNvSpPr>
            <a:spLocks noGrp="1"/>
          </p:cNvSpPr>
          <p:nvPr>
            <p:ph type="body" sz="quarter" idx="12" hasCustomPrompt="1"/>
          </p:nvPr>
        </p:nvSpPr>
        <p:spPr>
          <a:xfrm>
            <a:off x="1412876" y="2295464"/>
            <a:ext cx="21029775" cy="624672"/>
          </a:xfrm>
          <a:prstGeom prst="rect">
            <a:avLst/>
          </a:prstGeom>
        </p:spPr>
        <p:txBody>
          <a:bodyPr>
            <a:normAutofit/>
          </a:bodyPr>
          <a:lstStyle>
            <a:lvl1pPr marL="0" indent="0">
              <a:buNone/>
              <a:defRPr sz="3200"/>
            </a:lvl1pPr>
          </a:lstStyle>
          <a:p>
            <a:pPr lvl="0"/>
            <a:r>
              <a:rPr lang="zh-CN" altLang="en-US"/>
              <a:t>编辑副标题文字</a:t>
            </a:r>
          </a:p>
        </p:txBody>
      </p:sp>
      <p:sp>
        <p:nvSpPr>
          <p:cNvPr id="4" name="Picture Placeholder 3"/>
          <p:cNvSpPr>
            <a:spLocks noGrp="1"/>
          </p:cNvSpPr>
          <p:nvPr>
            <p:ph type="pic" sz="quarter" idx="14" hasCustomPrompt="1"/>
          </p:nvPr>
        </p:nvSpPr>
        <p:spPr>
          <a:xfrm>
            <a:off x="12342814" y="0"/>
            <a:ext cx="12039599" cy="13716000"/>
          </a:xfrm>
          <a:prstGeom prst="rect">
            <a:avLst/>
          </a:prstGeom>
          <a:solidFill>
            <a:schemeClr val="bg2"/>
          </a:solidFill>
        </p:spPr>
        <p:txBody>
          <a:bodyPr anchor="ctr"/>
          <a:lstStyle>
            <a:lvl1pPr marL="0" indent="0" algn="ctr">
              <a:buNone/>
              <a:defRPr sz="5400">
                <a:solidFill>
                  <a:schemeClr val="bg1"/>
                </a:solidFill>
              </a:defRPr>
            </a:lvl1pPr>
          </a:lstStyle>
          <a:p>
            <a:r>
              <a:rPr lang="zh-CN" altLang="en-US"/>
              <a:t>图片占位符</a:t>
            </a:r>
          </a:p>
        </p:txBody>
      </p:sp>
      <p:sp>
        <p:nvSpPr>
          <p:cNvPr id="12" name="Date Placeholder 3"/>
          <p:cNvSpPr txBox="1"/>
          <p:nvPr userDrawn="1"/>
        </p:nvSpPr>
        <p:spPr>
          <a:xfrm>
            <a:off x="23058275" y="12857458"/>
            <a:ext cx="578619" cy="320040"/>
          </a:xfrm>
          <a:prstGeom prst="rect">
            <a:avLst/>
          </a:prstGeom>
        </p:spPr>
        <p:txBody>
          <a:bodyPr vert="horz" lIns="91432" tIns="45716" rIns="91432" bIns="45716"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1152A47-E8C7-48FE-8630-A6A2991B6372}" type="slidenum">
              <a:rPr lang="zh-CN" altLang="en-US" sz="1800" smtClean="0">
                <a:solidFill>
                  <a:schemeClr val="bg2"/>
                </a:solidFill>
              </a:rPr>
              <a:t>‹#›</a:t>
            </a:fld>
            <a:endParaRPr lang="zh-CN" altLang="en-US" sz="1800">
              <a:solidFill>
                <a:schemeClr val="bg2"/>
              </a:solidFill>
            </a:endParaRPr>
          </a:p>
        </p:txBody>
      </p:sp>
      <p:sp>
        <p:nvSpPr>
          <p:cNvPr id="13" name="TextBox 6"/>
          <p:cNvSpPr txBox="1"/>
          <p:nvPr userDrawn="1"/>
        </p:nvSpPr>
        <p:spPr>
          <a:xfrm>
            <a:off x="1013675" y="12908343"/>
            <a:ext cx="10386834" cy="252730"/>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lang="zh-CN" altLang="en-US" sz="1050" spc="80" baseline="0">
                <a:solidFill>
                  <a:schemeClr val="bg2"/>
                </a:solidFill>
                <a:latin typeface="+mn-lt"/>
              </a:rPr>
              <a:t>所有版权归亿咖通科技所有。任何人不得以任何方式部分或全部进行复制或传播。亿咖通科技保留追究法律责任的权利 </a:t>
            </a:r>
            <a:r>
              <a:rPr lang="en-US" altLang="zh-CN" sz="1050" spc="80" baseline="0">
                <a:solidFill>
                  <a:schemeClr val="bg2"/>
                </a:solidFill>
                <a:latin typeface="+mn-lt"/>
              </a:rPr>
              <a:t>| www.ecarxgroup.com</a:t>
            </a:r>
            <a:endParaRPr lang="zh-CN" altLang="en-US" sz="1050" spc="80" baseline="0">
              <a:solidFill>
                <a:schemeClr val="bg2"/>
              </a:solidFill>
              <a:latin typeface="+mn-lt"/>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46"/>
            <a:ext cx="24382412" cy="13715109"/>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1050" y="995668"/>
            <a:ext cx="2801649" cy="382624"/>
          </a:xfrm>
          <a:prstGeom prst="rect">
            <a:avLst/>
          </a:prstGeom>
        </p:spPr>
      </p:pic>
      <p:sp>
        <p:nvSpPr>
          <p:cNvPr id="10" name="Title 1"/>
          <p:cNvSpPr txBox="1"/>
          <p:nvPr userDrawn="1"/>
        </p:nvSpPr>
        <p:spPr>
          <a:xfrm>
            <a:off x="1021050" y="6286598"/>
            <a:ext cx="6141282" cy="1142806"/>
          </a:xfrm>
          <a:prstGeom prst="rect">
            <a:avLst/>
          </a:prstGeom>
        </p:spPr>
        <p:txBody>
          <a:bodyPr vert="horz" lIns="91432" tIns="45716" rIns="91432" bIns="45716" rtlCol="0" anchor="ctr">
            <a:noAutofit/>
          </a:bodyPr>
          <a:lstStyle>
            <a:lvl1pPr algn="l" defTabSz="1828165" rtl="0" eaLnBrk="1" latinLnBrk="0" hangingPunct="1">
              <a:lnSpc>
                <a:spcPct val="100000"/>
              </a:lnSpc>
              <a:spcBef>
                <a:spcPct val="0"/>
              </a:spcBef>
              <a:buNone/>
              <a:defRPr sz="7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pc="150" baseline="0">
                <a:solidFill>
                  <a:schemeClr val="tx1"/>
                </a:solidFill>
              </a:rPr>
              <a:t>谢谢。</a:t>
            </a:r>
            <a:endParaRPr lang="en-US" spc="150" baseline="0">
              <a:solidFill>
                <a:schemeClr val="tx1"/>
              </a:solidFill>
            </a:endParaRPr>
          </a:p>
        </p:txBody>
      </p:sp>
      <p:sp>
        <p:nvSpPr>
          <p:cNvPr id="13" name="TextBox 12"/>
          <p:cNvSpPr txBox="1"/>
          <p:nvPr userDrawn="1"/>
        </p:nvSpPr>
        <p:spPr>
          <a:xfrm>
            <a:off x="1013675" y="11516708"/>
            <a:ext cx="5335145" cy="1753235"/>
          </a:xfrm>
          <a:prstGeom prst="rect">
            <a:avLst/>
          </a:prstGeom>
          <a:noFill/>
        </p:spPr>
        <p:txBody>
          <a:bodyPr wrap="square" rtlCol="0">
            <a:spAutoFit/>
          </a:bodyPr>
          <a:lstStyle/>
          <a:p>
            <a:r>
              <a:rPr lang="zh-CN" altLang="en-US" b="0" i="0" u="none" strike="noStrike" kern="1200" baseline="0">
                <a:solidFill>
                  <a:schemeClr val="tx1"/>
                </a:solidFill>
                <a:latin typeface="+mn-lt"/>
                <a:ea typeface="+mn-ea"/>
                <a:cs typeface="+mn-cs"/>
              </a:rPr>
              <a:t>所有版权归亿咖通科技所有</a:t>
            </a:r>
          </a:p>
          <a:p>
            <a:r>
              <a:rPr lang="zh-CN" altLang="en-US" b="0" i="0" u="none" strike="noStrike" kern="1200" baseline="0">
                <a:solidFill>
                  <a:schemeClr val="tx1"/>
                </a:solidFill>
                <a:latin typeface="+mn-lt"/>
                <a:ea typeface="+mn-ea"/>
                <a:cs typeface="+mn-cs"/>
              </a:rPr>
              <a:t>任何人不得以任何方式部分或全部进行复制或传播</a:t>
            </a:r>
          </a:p>
          <a:p>
            <a:r>
              <a:rPr lang="zh-CN" altLang="en-US" b="0" i="0" u="none" strike="noStrike" kern="1200" baseline="0">
                <a:solidFill>
                  <a:schemeClr val="tx1"/>
                </a:solidFill>
                <a:latin typeface="+mn-lt"/>
                <a:ea typeface="+mn-ea"/>
                <a:cs typeface="+mn-cs"/>
              </a:rPr>
              <a:t>亿咖通科技保留追究法律责任的权利 </a:t>
            </a:r>
            <a:endParaRPr lang="en-US" altLang="zh-CN" b="0" i="0" u="none" strike="noStrike" kern="1200" baseline="0">
              <a:solidFill>
                <a:schemeClr val="tx1"/>
              </a:solidFill>
              <a:latin typeface="+mn-lt"/>
              <a:ea typeface="+mn-ea"/>
              <a:cs typeface="+mn-cs"/>
            </a:endParaRPr>
          </a:p>
          <a:p>
            <a:endParaRPr lang="zh-CN" altLang="en-US" b="0" i="0" u="none" strike="noStrike" kern="1200" baseline="0">
              <a:solidFill>
                <a:schemeClr val="tx1"/>
              </a:solidFill>
              <a:latin typeface="+mn-lt"/>
              <a:ea typeface="+mn-ea"/>
              <a:cs typeface="+mn-cs"/>
            </a:endParaRPr>
          </a:p>
          <a:p>
            <a:r>
              <a:rPr lang="zh-CN" altLang="en-US" b="0" i="0" u="none" strike="noStrike" kern="1200" baseline="0">
                <a:solidFill>
                  <a:schemeClr val="tx1"/>
                </a:solidFill>
                <a:latin typeface="+mn-lt"/>
                <a:ea typeface="+mn-ea"/>
                <a:cs typeface="+mn-cs"/>
              </a:rPr>
              <a:t>亿咖通科技 </a:t>
            </a:r>
            <a:r>
              <a:rPr lang="en-US" altLang="zh-CN" b="0" i="0" u="none" strike="noStrike" kern="1200" baseline="0">
                <a:solidFill>
                  <a:schemeClr val="tx1"/>
                </a:solidFill>
                <a:latin typeface="+mn-lt"/>
                <a:ea typeface="+mn-ea"/>
                <a:cs typeface="+mn-cs"/>
              </a:rPr>
              <a:t>ECARX Technology CO., Ltd </a:t>
            </a:r>
          </a:p>
          <a:p>
            <a:r>
              <a:rPr lang="en-US" altLang="zh-CN" b="1" i="0" u="none" strike="noStrike" kern="1200" baseline="0">
                <a:solidFill>
                  <a:schemeClr val="tx1"/>
                </a:solidFill>
                <a:latin typeface="+mn-lt"/>
                <a:ea typeface="+mn-ea"/>
                <a:cs typeface="+mn-cs"/>
              </a:rPr>
              <a:t>www.ecarxgroup.com</a:t>
            </a:r>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ext Page 2 Columns">
    <p:spTree>
      <p:nvGrpSpPr>
        <p:cNvPr id="1" name=""/>
        <p:cNvGrpSpPr/>
        <p:nvPr/>
      </p:nvGrpSpPr>
      <p:grpSpPr>
        <a:xfrm>
          <a:off x="0" y="0"/>
          <a:ext cx="0" cy="0"/>
          <a:chOff x="0" y="0"/>
          <a:chExt cx="0" cy="0"/>
        </a:xfrm>
      </p:grpSpPr>
      <p:sp>
        <p:nvSpPr>
          <p:cNvPr id="6" name="Text Placeholder 6"/>
          <p:cNvSpPr>
            <a:spLocks noGrp="1"/>
          </p:cNvSpPr>
          <p:nvPr>
            <p:ph type="body" sz="quarter" idx="12" hasCustomPrompt="1"/>
          </p:nvPr>
        </p:nvSpPr>
        <p:spPr>
          <a:xfrm>
            <a:off x="1412818" y="5002215"/>
            <a:ext cx="6923109" cy="5719762"/>
          </a:xfrm>
          <a:prstGeom prst="rect">
            <a:avLst/>
          </a:prstGeom>
        </p:spPr>
        <p:txBody>
          <a:bodyPr/>
          <a:lstStyle>
            <a:lvl1pPr marL="0" marR="0" indent="0" algn="l" defTabSz="457200" rtl="0" eaLnBrk="1" fontAlgn="auto" latinLnBrk="0" hangingPunct="1">
              <a:lnSpc>
                <a:spcPct val="130000"/>
              </a:lnSpc>
              <a:spcBef>
                <a:spcPct val="0"/>
              </a:spcBef>
              <a:spcAft>
                <a:spcPct val="0"/>
              </a:spcAft>
              <a:buClrTx/>
              <a:buSzTx/>
              <a:buFontTx/>
              <a:buNone/>
              <a:defRPr lang="en-US" altLang="zh-CN" sz="2800" kern="1200" spc="0" noProof="0">
                <a:solidFill>
                  <a:schemeClr val="tx1"/>
                </a:solidFill>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2600" b="0" i="0" u="none" strike="noStrike" kern="1200" cap="none" spc="150" normalizeH="0" baseline="0" noProof="0">
                <a:ln>
                  <a:noFill/>
                </a:ln>
                <a:solidFill>
                  <a:srgbClr val="333F48"/>
                </a:solidFill>
                <a:effectLst/>
                <a:uLnTx/>
                <a:uFillTx/>
                <a:latin typeface="+mn-lt"/>
                <a:ea typeface="+mn-ea"/>
                <a:cs typeface="+mn-cs"/>
              </a:rPr>
              <a:t>Edit body text</a:t>
            </a:r>
          </a:p>
        </p:txBody>
      </p:sp>
      <p:sp>
        <p:nvSpPr>
          <p:cNvPr id="8" name="Text Placeholder 6"/>
          <p:cNvSpPr>
            <a:spLocks noGrp="1"/>
          </p:cNvSpPr>
          <p:nvPr>
            <p:ph type="body" sz="quarter" idx="13" hasCustomPrompt="1"/>
          </p:nvPr>
        </p:nvSpPr>
        <p:spPr>
          <a:xfrm>
            <a:off x="1412818" y="3908910"/>
            <a:ext cx="6923109" cy="1093304"/>
          </a:xfrm>
          <a:prstGeom prst="rect">
            <a:avLst/>
          </a:prstGeom>
        </p:spPr>
        <p:txBody>
          <a:bodyPr anchor="t"/>
          <a:lstStyle>
            <a:lvl1pPr marL="0" marR="0" indent="0" algn="l" defTabSz="457200" rtl="0" eaLnBrk="1" fontAlgn="auto" latinLnBrk="0" hangingPunct="1">
              <a:lnSpc>
                <a:spcPct val="100000"/>
              </a:lnSpc>
              <a:spcBef>
                <a:spcPct val="0"/>
              </a:spcBef>
              <a:spcAft>
                <a:spcPct val="0"/>
              </a:spcAft>
              <a:buClrTx/>
              <a:buSzTx/>
              <a:buFontTx/>
              <a:buNone/>
              <a:defRPr kumimoji="0" lang="en-US" altLang="zh-CN" sz="3200" b="1" i="0" u="none" strike="noStrike" kern="1200" cap="none" spc="0" normalizeH="0" baseline="0" noProof="0">
                <a:ln>
                  <a:noFill/>
                </a:ln>
                <a:solidFill>
                  <a:srgbClr val="FF5C35"/>
                </a:solidFill>
                <a:effectLst/>
                <a:uLnTx/>
                <a:uFillTx/>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3200" b="1" i="0" u="none" strike="noStrike" kern="1200" cap="none" spc="150" normalizeH="0" baseline="0" noProof="0">
                <a:ln>
                  <a:noFill/>
                </a:ln>
                <a:solidFill>
                  <a:srgbClr val="FF5C35"/>
                </a:solidFill>
                <a:effectLst/>
                <a:uLnTx/>
                <a:uFillTx/>
                <a:latin typeface="+mn-lt"/>
                <a:ea typeface="+mn-ea"/>
                <a:cs typeface="+mn-cs"/>
              </a:rPr>
              <a:t>Edit subtitle text</a:t>
            </a:r>
          </a:p>
        </p:txBody>
      </p:sp>
      <p:sp>
        <p:nvSpPr>
          <p:cNvPr id="11" name="Text Placeholder 6"/>
          <p:cNvSpPr>
            <a:spLocks noGrp="1"/>
          </p:cNvSpPr>
          <p:nvPr>
            <p:ph type="body" sz="quarter" idx="17" hasCustomPrompt="1"/>
          </p:nvPr>
        </p:nvSpPr>
        <p:spPr>
          <a:xfrm>
            <a:off x="10576694" y="3908910"/>
            <a:ext cx="6923109" cy="1093304"/>
          </a:xfrm>
          <a:prstGeom prst="rect">
            <a:avLst/>
          </a:prstGeom>
        </p:spPr>
        <p:txBody>
          <a:bodyPr anchor="t"/>
          <a:lstStyle>
            <a:lvl1pPr marL="0" marR="0" indent="0" algn="l" defTabSz="457200" rtl="0" eaLnBrk="1" fontAlgn="auto" latinLnBrk="0" hangingPunct="1">
              <a:lnSpc>
                <a:spcPct val="100000"/>
              </a:lnSpc>
              <a:spcBef>
                <a:spcPct val="0"/>
              </a:spcBef>
              <a:spcAft>
                <a:spcPct val="0"/>
              </a:spcAft>
              <a:buClrTx/>
              <a:buSzTx/>
              <a:buFontTx/>
              <a:buNone/>
              <a:defRPr kumimoji="0" lang="en-US" altLang="zh-CN" sz="3200" b="1" i="0" u="none" strike="noStrike" kern="1200" cap="none" spc="0" normalizeH="0" baseline="0" noProof="0">
                <a:ln>
                  <a:noFill/>
                </a:ln>
                <a:solidFill>
                  <a:srgbClr val="FF5C35"/>
                </a:solidFill>
                <a:effectLst/>
                <a:uLnTx/>
                <a:uFillTx/>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3200" b="1" i="0" u="none" strike="noStrike" kern="1200" cap="none" spc="150" normalizeH="0" baseline="0" noProof="0">
                <a:ln>
                  <a:noFill/>
                </a:ln>
                <a:solidFill>
                  <a:srgbClr val="FF5C35"/>
                </a:solidFill>
                <a:effectLst/>
                <a:uLnTx/>
                <a:uFillTx/>
                <a:latin typeface="+mn-lt"/>
                <a:ea typeface="+mn-ea"/>
                <a:cs typeface="+mn-cs"/>
              </a:rPr>
              <a:t>Edit subtitle text</a:t>
            </a:r>
          </a:p>
        </p:txBody>
      </p:sp>
      <p:sp>
        <p:nvSpPr>
          <p:cNvPr id="12" name="Text Placeholder 6"/>
          <p:cNvSpPr>
            <a:spLocks noGrp="1"/>
          </p:cNvSpPr>
          <p:nvPr>
            <p:ph type="body" sz="quarter" idx="18" hasCustomPrompt="1"/>
          </p:nvPr>
        </p:nvSpPr>
        <p:spPr>
          <a:xfrm>
            <a:off x="10576694" y="5002215"/>
            <a:ext cx="6923109" cy="5719762"/>
          </a:xfrm>
          <a:prstGeom prst="rect">
            <a:avLst/>
          </a:prstGeom>
        </p:spPr>
        <p:txBody>
          <a:bodyPr/>
          <a:lstStyle>
            <a:lvl1pPr marL="0" marR="0" indent="0" algn="l" defTabSz="457200" rtl="0" eaLnBrk="1" fontAlgn="auto" latinLnBrk="0" hangingPunct="1">
              <a:lnSpc>
                <a:spcPct val="100000"/>
              </a:lnSpc>
              <a:spcBef>
                <a:spcPct val="0"/>
              </a:spcBef>
              <a:spcAft>
                <a:spcPct val="0"/>
              </a:spcAft>
              <a:buClrTx/>
              <a:buSzTx/>
              <a:buFontTx/>
              <a:buNone/>
              <a:defRPr lang="en-US" altLang="zh-CN" sz="2800" kern="1200" spc="0" noProof="0">
                <a:solidFill>
                  <a:schemeClr val="tx1"/>
                </a:solidFill>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2600" b="0" i="0" u="none" strike="noStrike" kern="1200" cap="none" spc="150" normalizeH="0" baseline="0" noProof="0">
                <a:ln>
                  <a:noFill/>
                </a:ln>
                <a:solidFill>
                  <a:srgbClr val="333F48"/>
                </a:solidFill>
                <a:effectLst/>
                <a:uLnTx/>
                <a:uFillTx/>
                <a:latin typeface="+mn-lt"/>
                <a:ea typeface="+mn-ea"/>
                <a:cs typeface="+mn-cs"/>
              </a:rPr>
              <a:t>Edit body text</a:t>
            </a:r>
          </a:p>
        </p:txBody>
      </p:sp>
      <p:pic>
        <p:nvPicPr>
          <p:cNvPr id="15" name="Picture 14"/>
          <p:cNvPicPr>
            <a:picLocks noChangeAspect="1"/>
          </p:cNvPicPr>
          <p:nvPr userDrawn="1"/>
        </p:nvPicPr>
        <p:blipFill>
          <a:blip r:embed="rId2"/>
          <a:stretch>
            <a:fillRect/>
          </a:stretch>
        </p:blipFill>
        <p:spPr>
          <a:xfrm>
            <a:off x="740934" y="1322890"/>
            <a:ext cx="349865" cy="475200"/>
          </a:xfrm>
          <a:prstGeom prst="rect">
            <a:avLst/>
          </a:prstGeom>
        </p:spPr>
      </p:pic>
      <p:sp>
        <p:nvSpPr>
          <p:cNvPr id="13" name="Title 1"/>
          <p:cNvSpPr>
            <a:spLocks noGrp="1"/>
          </p:cNvSpPr>
          <p:nvPr>
            <p:ph type="title" hasCustomPrompt="1"/>
          </p:nvPr>
        </p:nvSpPr>
        <p:spPr>
          <a:xfrm>
            <a:off x="1403639" y="1152941"/>
            <a:ext cx="21029831" cy="1013790"/>
          </a:xfrm>
          <a:prstGeom prst="rect">
            <a:avLst/>
          </a:prstGeom>
        </p:spPr>
        <p:txBody>
          <a:bodyPr>
            <a:noAutofit/>
          </a:bodyPr>
          <a:lstStyle>
            <a:lvl1pPr>
              <a:lnSpc>
                <a:spcPct val="100000"/>
              </a:lnSpc>
              <a:defRPr sz="4800" spc="0" baseline="0">
                <a:solidFill>
                  <a:schemeClr val="tx1"/>
                </a:solidFill>
              </a:defRPr>
            </a:lvl1pPr>
          </a:lstStyle>
          <a:p>
            <a:r>
              <a:rPr lang="en-US" altLang="zh-CN"/>
              <a:t>Edit title text here</a:t>
            </a:r>
            <a:endParaRPr lang="en-US"/>
          </a:p>
        </p:txBody>
      </p:sp>
      <p:grpSp>
        <p:nvGrpSpPr>
          <p:cNvPr id="14" name="Group 4"/>
          <p:cNvGrpSpPr>
            <a:grpSpLocks noChangeAspect="1"/>
          </p:cNvGrpSpPr>
          <p:nvPr userDrawn="1"/>
        </p:nvGrpSpPr>
        <p:grpSpPr>
          <a:xfrm>
            <a:off x="21401742" y="689999"/>
            <a:ext cx="2007313" cy="273906"/>
            <a:chOff x="3869" y="3798"/>
            <a:chExt cx="7607" cy="1038"/>
          </a:xfrm>
        </p:grpSpPr>
        <p:sp>
          <p:nvSpPr>
            <p:cNvPr id="17" name="Freeform 5"/>
            <p:cNvSpPr/>
            <p:nvPr/>
          </p:nvSpPr>
          <p:spPr bwMode="auto">
            <a:xfrm>
              <a:off x="5455" y="3798"/>
              <a:ext cx="1247" cy="1038"/>
            </a:xfrm>
            <a:custGeom>
              <a:avLst/>
              <a:gdLst>
                <a:gd name="T0" fmla="*/ 2537 w 2597"/>
                <a:gd name="T1" fmla="*/ 0 h 2161"/>
                <a:gd name="T2" fmla="*/ 2597 w 2597"/>
                <a:gd name="T3" fmla="*/ 60 h 2161"/>
                <a:gd name="T4" fmla="*/ 2597 w 2597"/>
                <a:gd name="T5" fmla="*/ 335 h 2161"/>
                <a:gd name="T6" fmla="*/ 2537 w 2597"/>
                <a:gd name="T7" fmla="*/ 395 h 2161"/>
                <a:gd name="T8" fmla="*/ 983 w 2597"/>
                <a:gd name="T9" fmla="*/ 395 h 2161"/>
                <a:gd name="T10" fmla="*/ 464 w 2597"/>
                <a:gd name="T11" fmla="*/ 883 h 2161"/>
                <a:gd name="T12" fmla="*/ 464 w 2597"/>
                <a:gd name="T13" fmla="*/ 1278 h 2161"/>
                <a:gd name="T14" fmla="*/ 983 w 2597"/>
                <a:gd name="T15" fmla="*/ 1765 h 2161"/>
                <a:gd name="T16" fmla="*/ 2537 w 2597"/>
                <a:gd name="T17" fmla="*/ 1765 h 2161"/>
                <a:gd name="T18" fmla="*/ 2597 w 2597"/>
                <a:gd name="T19" fmla="*/ 1825 h 2161"/>
                <a:gd name="T20" fmla="*/ 2597 w 2597"/>
                <a:gd name="T21" fmla="*/ 2101 h 2161"/>
                <a:gd name="T22" fmla="*/ 2537 w 2597"/>
                <a:gd name="T23" fmla="*/ 2161 h 2161"/>
                <a:gd name="T24" fmla="*/ 939 w 2597"/>
                <a:gd name="T25" fmla="*/ 2161 h 2161"/>
                <a:gd name="T26" fmla="*/ 0 w 2597"/>
                <a:gd name="T27" fmla="*/ 1366 h 2161"/>
                <a:gd name="T28" fmla="*/ 0 w 2597"/>
                <a:gd name="T29" fmla="*/ 795 h 2161"/>
                <a:gd name="T30" fmla="*/ 939 w 2597"/>
                <a:gd name="T31" fmla="*/ 0 h 2161"/>
                <a:gd name="T32" fmla="*/ 2537 w 2597"/>
                <a:gd name="T33" fmla="*/ 0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97" h="2161">
                  <a:moveTo>
                    <a:pt x="2537" y="0"/>
                  </a:moveTo>
                  <a:cubicBezTo>
                    <a:pt x="2581" y="0"/>
                    <a:pt x="2597" y="20"/>
                    <a:pt x="2597" y="60"/>
                  </a:cubicBezTo>
                  <a:lnTo>
                    <a:pt x="2597" y="335"/>
                  </a:lnTo>
                  <a:cubicBezTo>
                    <a:pt x="2597" y="375"/>
                    <a:pt x="2581" y="395"/>
                    <a:pt x="2537" y="395"/>
                  </a:cubicBezTo>
                  <a:lnTo>
                    <a:pt x="983" y="395"/>
                  </a:lnTo>
                  <a:cubicBezTo>
                    <a:pt x="576" y="395"/>
                    <a:pt x="464" y="515"/>
                    <a:pt x="464" y="883"/>
                  </a:cubicBezTo>
                  <a:lnTo>
                    <a:pt x="464" y="1278"/>
                  </a:lnTo>
                  <a:cubicBezTo>
                    <a:pt x="464" y="1645"/>
                    <a:pt x="576" y="1765"/>
                    <a:pt x="983" y="1765"/>
                  </a:cubicBezTo>
                  <a:lnTo>
                    <a:pt x="2537" y="1765"/>
                  </a:lnTo>
                  <a:cubicBezTo>
                    <a:pt x="2581" y="1765"/>
                    <a:pt x="2597" y="1785"/>
                    <a:pt x="2597" y="1825"/>
                  </a:cubicBezTo>
                  <a:lnTo>
                    <a:pt x="2597" y="2101"/>
                  </a:lnTo>
                  <a:cubicBezTo>
                    <a:pt x="2597" y="2141"/>
                    <a:pt x="2581" y="2161"/>
                    <a:pt x="2537" y="2161"/>
                  </a:cubicBezTo>
                  <a:lnTo>
                    <a:pt x="939" y="2161"/>
                  </a:lnTo>
                  <a:cubicBezTo>
                    <a:pt x="224" y="2161"/>
                    <a:pt x="0" y="1933"/>
                    <a:pt x="0" y="1366"/>
                  </a:cubicBezTo>
                  <a:lnTo>
                    <a:pt x="0" y="795"/>
                  </a:lnTo>
                  <a:cubicBezTo>
                    <a:pt x="0" y="224"/>
                    <a:pt x="224" y="0"/>
                    <a:pt x="939" y="0"/>
                  </a:cubicBezTo>
                  <a:lnTo>
                    <a:pt x="2537"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p>
          </p:txBody>
        </p:sp>
        <p:sp>
          <p:nvSpPr>
            <p:cNvPr id="18" name="Freeform 6"/>
            <p:cNvSpPr/>
            <p:nvPr/>
          </p:nvSpPr>
          <p:spPr bwMode="auto">
            <a:xfrm>
              <a:off x="8655" y="3798"/>
              <a:ext cx="1045" cy="1038"/>
            </a:xfrm>
            <a:custGeom>
              <a:avLst/>
              <a:gdLst>
                <a:gd name="T0" fmla="*/ 2176 w 2176"/>
                <a:gd name="T1" fmla="*/ 69 h 2161"/>
                <a:gd name="T2" fmla="*/ 2176 w 2176"/>
                <a:gd name="T3" fmla="*/ 336 h 2161"/>
                <a:gd name="T4" fmla="*/ 2108 w 2176"/>
                <a:gd name="T5" fmla="*/ 405 h 2161"/>
                <a:gd name="T6" fmla="*/ 1075 w 2176"/>
                <a:gd name="T7" fmla="*/ 405 h 2161"/>
                <a:gd name="T8" fmla="*/ 462 w 2176"/>
                <a:gd name="T9" fmla="*/ 824 h 2161"/>
                <a:gd name="T10" fmla="*/ 462 w 2176"/>
                <a:gd name="T11" fmla="*/ 2104 h 2161"/>
                <a:gd name="T12" fmla="*/ 405 w 2176"/>
                <a:gd name="T13" fmla="*/ 2161 h 2161"/>
                <a:gd name="T14" fmla="*/ 57 w 2176"/>
                <a:gd name="T15" fmla="*/ 2161 h 2161"/>
                <a:gd name="T16" fmla="*/ 0 w 2176"/>
                <a:gd name="T17" fmla="*/ 2104 h 2161"/>
                <a:gd name="T18" fmla="*/ 0 w 2176"/>
                <a:gd name="T19" fmla="*/ 763 h 2161"/>
                <a:gd name="T20" fmla="*/ 1043 w 2176"/>
                <a:gd name="T21" fmla="*/ 0 h 2161"/>
                <a:gd name="T22" fmla="*/ 2108 w 2176"/>
                <a:gd name="T23" fmla="*/ 0 h 2161"/>
                <a:gd name="T24" fmla="*/ 2176 w 2176"/>
                <a:gd name="T25" fmla="*/ 69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76" h="2161">
                  <a:moveTo>
                    <a:pt x="2176" y="69"/>
                  </a:moveTo>
                  <a:lnTo>
                    <a:pt x="2176" y="336"/>
                  </a:lnTo>
                  <a:cubicBezTo>
                    <a:pt x="2176" y="374"/>
                    <a:pt x="2146" y="405"/>
                    <a:pt x="2108" y="405"/>
                  </a:cubicBezTo>
                  <a:lnTo>
                    <a:pt x="1075" y="405"/>
                  </a:lnTo>
                  <a:cubicBezTo>
                    <a:pt x="715" y="405"/>
                    <a:pt x="462" y="418"/>
                    <a:pt x="462" y="824"/>
                  </a:cubicBezTo>
                  <a:lnTo>
                    <a:pt x="462" y="2104"/>
                  </a:lnTo>
                  <a:cubicBezTo>
                    <a:pt x="462" y="2135"/>
                    <a:pt x="436" y="2161"/>
                    <a:pt x="405" y="2161"/>
                  </a:cubicBezTo>
                  <a:lnTo>
                    <a:pt x="57" y="2161"/>
                  </a:lnTo>
                  <a:cubicBezTo>
                    <a:pt x="25" y="2161"/>
                    <a:pt x="0" y="2135"/>
                    <a:pt x="0" y="2104"/>
                  </a:cubicBezTo>
                  <a:lnTo>
                    <a:pt x="0" y="763"/>
                  </a:lnTo>
                  <a:cubicBezTo>
                    <a:pt x="0" y="59"/>
                    <a:pt x="328" y="0"/>
                    <a:pt x="1043" y="0"/>
                  </a:cubicBezTo>
                  <a:lnTo>
                    <a:pt x="2108" y="0"/>
                  </a:lnTo>
                  <a:cubicBezTo>
                    <a:pt x="2146" y="0"/>
                    <a:pt x="2176" y="31"/>
                    <a:pt x="2176" y="69"/>
                  </a:cubicBezTo>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p>
          </p:txBody>
        </p:sp>
        <p:sp>
          <p:nvSpPr>
            <p:cNvPr id="19" name="Freeform 7"/>
            <p:cNvSpPr/>
            <p:nvPr/>
          </p:nvSpPr>
          <p:spPr bwMode="auto">
            <a:xfrm>
              <a:off x="7011" y="3798"/>
              <a:ext cx="1336" cy="1038"/>
            </a:xfrm>
            <a:custGeom>
              <a:avLst/>
              <a:gdLst>
                <a:gd name="T0" fmla="*/ 1841 w 2783"/>
                <a:gd name="T1" fmla="*/ 0 h 2161"/>
                <a:gd name="T2" fmla="*/ 127 w 2783"/>
                <a:gd name="T3" fmla="*/ 0 h 2161"/>
                <a:gd name="T4" fmla="*/ 68 w 2783"/>
                <a:gd name="T5" fmla="*/ 60 h 2161"/>
                <a:gd name="T6" fmla="*/ 68 w 2783"/>
                <a:gd name="T7" fmla="*/ 335 h 2161"/>
                <a:gd name="T8" fmla="*/ 127 w 2783"/>
                <a:gd name="T9" fmla="*/ 395 h 2161"/>
                <a:gd name="T10" fmla="*/ 1797 w 2783"/>
                <a:gd name="T11" fmla="*/ 395 h 2161"/>
                <a:gd name="T12" fmla="*/ 2316 w 2783"/>
                <a:gd name="T13" fmla="*/ 815 h 2161"/>
                <a:gd name="T14" fmla="*/ 2316 w 2783"/>
                <a:gd name="T15" fmla="*/ 1645 h 2161"/>
                <a:gd name="T16" fmla="*/ 2180 w 2783"/>
                <a:gd name="T17" fmla="*/ 1797 h 2161"/>
                <a:gd name="T18" fmla="*/ 553 w 2783"/>
                <a:gd name="T19" fmla="*/ 1797 h 2161"/>
                <a:gd name="T20" fmla="*/ 553 w 2783"/>
                <a:gd name="T21" fmla="*/ 1264 h 2161"/>
                <a:gd name="T22" fmla="*/ 1995 w 2783"/>
                <a:gd name="T23" fmla="*/ 1264 h 2161"/>
                <a:gd name="T24" fmla="*/ 1995 w 2783"/>
                <a:gd name="T25" fmla="*/ 911 h 2161"/>
                <a:gd name="T26" fmla="*/ 468 w 2783"/>
                <a:gd name="T27" fmla="*/ 911 h 2161"/>
                <a:gd name="T28" fmla="*/ 0 w 2783"/>
                <a:gd name="T29" fmla="*/ 1379 h 2161"/>
                <a:gd name="T30" fmla="*/ 0 w 2783"/>
                <a:gd name="T31" fmla="*/ 1693 h 2161"/>
                <a:gd name="T32" fmla="*/ 468 w 2783"/>
                <a:gd name="T33" fmla="*/ 2161 h 2161"/>
                <a:gd name="T34" fmla="*/ 2492 w 2783"/>
                <a:gd name="T35" fmla="*/ 2161 h 2161"/>
                <a:gd name="T36" fmla="*/ 2783 w 2783"/>
                <a:gd name="T37" fmla="*/ 1845 h 2161"/>
                <a:gd name="T38" fmla="*/ 2783 w 2783"/>
                <a:gd name="T39" fmla="*/ 795 h 2161"/>
                <a:gd name="T40" fmla="*/ 1841 w 2783"/>
                <a:gd name="T41" fmla="*/ 0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83" h="2161">
                  <a:moveTo>
                    <a:pt x="1841" y="0"/>
                  </a:moveTo>
                  <a:lnTo>
                    <a:pt x="127" y="0"/>
                  </a:lnTo>
                  <a:cubicBezTo>
                    <a:pt x="94" y="0"/>
                    <a:pt x="68" y="27"/>
                    <a:pt x="68" y="60"/>
                  </a:cubicBezTo>
                  <a:lnTo>
                    <a:pt x="68" y="335"/>
                  </a:lnTo>
                  <a:cubicBezTo>
                    <a:pt x="68" y="369"/>
                    <a:pt x="94" y="395"/>
                    <a:pt x="127" y="395"/>
                  </a:cubicBezTo>
                  <a:lnTo>
                    <a:pt x="1797" y="395"/>
                  </a:lnTo>
                  <a:cubicBezTo>
                    <a:pt x="2204" y="395"/>
                    <a:pt x="2316" y="511"/>
                    <a:pt x="2316" y="815"/>
                  </a:cubicBezTo>
                  <a:lnTo>
                    <a:pt x="2316" y="1645"/>
                  </a:lnTo>
                  <a:cubicBezTo>
                    <a:pt x="2316" y="1761"/>
                    <a:pt x="2284" y="1797"/>
                    <a:pt x="2180" y="1797"/>
                  </a:cubicBezTo>
                  <a:lnTo>
                    <a:pt x="553" y="1797"/>
                  </a:lnTo>
                  <a:cubicBezTo>
                    <a:pt x="341" y="1797"/>
                    <a:pt x="341" y="1264"/>
                    <a:pt x="553" y="1264"/>
                  </a:cubicBezTo>
                  <a:lnTo>
                    <a:pt x="1995" y="1264"/>
                  </a:lnTo>
                  <a:lnTo>
                    <a:pt x="1995" y="911"/>
                  </a:lnTo>
                  <a:lnTo>
                    <a:pt x="468" y="911"/>
                  </a:lnTo>
                  <a:cubicBezTo>
                    <a:pt x="209" y="911"/>
                    <a:pt x="0" y="1120"/>
                    <a:pt x="0" y="1379"/>
                  </a:cubicBezTo>
                  <a:lnTo>
                    <a:pt x="0" y="1693"/>
                  </a:lnTo>
                  <a:cubicBezTo>
                    <a:pt x="0" y="1951"/>
                    <a:pt x="209" y="2161"/>
                    <a:pt x="468" y="2161"/>
                  </a:cubicBezTo>
                  <a:lnTo>
                    <a:pt x="2492" y="2161"/>
                  </a:lnTo>
                  <a:cubicBezTo>
                    <a:pt x="2719" y="2161"/>
                    <a:pt x="2783" y="2101"/>
                    <a:pt x="2783" y="1845"/>
                  </a:cubicBezTo>
                  <a:lnTo>
                    <a:pt x="2783" y="795"/>
                  </a:lnTo>
                  <a:cubicBezTo>
                    <a:pt x="2783" y="224"/>
                    <a:pt x="2552" y="0"/>
                    <a:pt x="1841" y="0"/>
                  </a:cubicBezTo>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p>
          </p:txBody>
        </p:sp>
        <p:sp>
          <p:nvSpPr>
            <p:cNvPr id="20" name="Freeform 8"/>
            <p:cNvSpPr/>
            <p:nvPr/>
          </p:nvSpPr>
          <p:spPr bwMode="auto">
            <a:xfrm>
              <a:off x="3869" y="3798"/>
              <a:ext cx="1336" cy="1038"/>
            </a:xfrm>
            <a:custGeom>
              <a:avLst/>
              <a:gdLst>
                <a:gd name="T0" fmla="*/ 2101 w 2784"/>
                <a:gd name="T1" fmla="*/ 0 h 2161"/>
                <a:gd name="T2" fmla="*/ 943 w 2784"/>
                <a:gd name="T3" fmla="*/ 0 h 2161"/>
                <a:gd name="T4" fmla="*/ 0 w 2784"/>
                <a:gd name="T5" fmla="*/ 795 h 2161"/>
                <a:gd name="T6" fmla="*/ 0 w 2784"/>
                <a:gd name="T7" fmla="*/ 1366 h 2161"/>
                <a:gd name="T8" fmla="*/ 943 w 2784"/>
                <a:gd name="T9" fmla="*/ 2161 h 2161"/>
                <a:gd name="T10" fmla="*/ 2656 w 2784"/>
                <a:gd name="T11" fmla="*/ 2161 h 2161"/>
                <a:gd name="T12" fmla="*/ 2716 w 2784"/>
                <a:gd name="T13" fmla="*/ 2101 h 2161"/>
                <a:gd name="T14" fmla="*/ 2716 w 2784"/>
                <a:gd name="T15" fmla="*/ 1825 h 2161"/>
                <a:gd name="T16" fmla="*/ 2656 w 2784"/>
                <a:gd name="T17" fmla="*/ 1765 h 2161"/>
                <a:gd name="T18" fmla="*/ 986 w 2784"/>
                <a:gd name="T19" fmla="*/ 1765 h 2161"/>
                <a:gd name="T20" fmla="*/ 463 w 2784"/>
                <a:gd name="T21" fmla="*/ 1346 h 2161"/>
                <a:gd name="T22" fmla="*/ 463 w 2784"/>
                <a:gd name="T23" fmla="*/ 787 h 2161"/>
                <a:gd name="T24" fmla="*/ 986 w 2784"/>
                <a:gd name="T25" fmla="*/ 363 h 2161"/>
                <a:gd name="T26" fmla="*/ 2013 w 2784"/>
                <a:gd name="T27" fmla="*/ 363 h 2161"/>
                <a:gd name="T28" fmla="*/ 2328 w 2784"/>
                <a:gd name="T29" fmla="*/ 659 h 2161"/>
                <a:gd name="T30" fmla="*/ 2328 w 2784"/>
                <a:gd name="T31" fmla="*/ 786 h 2161"/>
                <a:gd name="T32" fmla="*/ 2245 w 2784"/>
                <a:gd name="T33" fmla="*/ 870 h 2161"/>
                <a:gd name="T34" fmla="*/ 784 w 2784"/>
                <a:gd name="T35" fmla="*/ 870 h 2161"/>
                <a:gd name="T36" fmla="*/ 784 w 2784"/>
                <a:gd name="T37" fmla="*/ 1222 h 2161"/>
                <a:gd name="T38" fmla="*/ 2547 w 2784"/>
                <a:gd name="T39" fmla="*/ 1222 h 2161"/>
                <a:gd name="T40" fmla="*/ 2784 w 2784"/>
                <a:gd name="T41" fmla="*/ 959 h 2161"/>
                <a:gd name="T42" fmla="*/ 2784 w 2784"/>
                <a:gd name="T43" fmla="*/ 643 h 2161"/>
                <a:gd name="T44" fmla="*/ 2101 w 2784"/>
                <a:gd name="T45" fmla="*/ 0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84" h="2161">
                  <a:moveTo>
                    <a:pt x="2101" y="0"/>
                  </a:moveTo>
                  <a:lnTo>
                    <a:pt x="943" y="0"/>
                  </a:lnTo>
                  <a:cubicBezTo>
                    <a:pt x="228" y="0"/>
                    <a:pt x="0" y="224"/>
                    <a:pt x="0" y="795"/>
                  </a:cubicBezTo>
                  <a:lnTo>
                    <a:pt x="0" y="1366"/>
                  </a:lnTo>
                  <a:cubicBezTo>
                    <a:pt x="0" y="1933"/>
                    <a:pt x="228" y="2161"/>
                    <a:pt x="943" y="2161"/>
                  </a:cubicBezTo>
                  <a:lnTo>
                    <a:pt x="2656" y="2161"/>
                  </a:lnTo>
                  <a:cubicBezTo>
                    <a:pt x="2696" y="2161"/>
                    <a:pt x="2716" y="2141"/>
                    <a:pt x="2716" y="2101"/>
                  </a:cubicBezTo>
                  <a:lnTo>
                    <a:pt x="2716" y="1825"/>
                  </a:lnTo>
                  <a:cubicBezTo>
                    <a:pt x="2716" y="1785"/>
                    <a:pt x="2696" y="1765"/>
                    <a:pt x="2656" y="1765"/>
                  </a:cubicBezTo>
                  <a:lnTo>
                    <a:pt x="986" y="1765"/>
                  </a:lnTo>
                  <a:cubicBezTo>
                    <a:pt x="579" y="1765"/>
                    <a:pt x="463" y="1645"/>
                    <a:pt x="463" y="1346"/>
                  </a:cubicBezTo>
                  <a:lnTo>
                    <a:pt x="463" y="787"/>
                  </a:lnTo>
                  <a:cubicBezTo>
                    <a:pt x="463" y="483"/>
                    <a:pt x="579" y="363"/>
                    <a:pt x="986" y="363"/>
                  </a:cubicBezTo>
                  <a:lnTo>
                    <a:pt x="2013" y="363"/>
                  </a:lnTo>
                  <a:cubicBezTo>
                    <a:pt x="2257" y="363"/>
                    <a:pt x="2328" y="443"/>
                    <a:pt x="2328" y="659"/>
                  </a:cubicBezTo>
                  <a:lnTo>
                    <a:pt x="2328" y="786"/>
                  </a:lnTo>
                  <a:cubicBezTo>
                    <a:pt x="2328" y="850"/>
                    <a:pt x="2300" y="870"/>
                    <a:pt x="2245" y="870"/>
                  </a:cubicBezTo>
                  <a:lnTo>
                    <a:pt x="784" y="870"/>
                  </a:lnTo>
                  <a:lnTo>
                    <a:pt x="784" y="1222"/>
                  </a:lnTo>
                  <a:lnTo>
                    <a:pt x="2547" y="1222"/>
                  </a:lnTo>
                  <a:cubicBezTo>
                    <a:pt x="2702" y="1222"/>
                    <a:pt x="2784" y="1127"/>
                    <a:pt x="2784" y="959"/>
                  </a:cubicBezTo>
                  <a:lnTo>
                    <a:pt x="2784" y="643"/>
                  </a:lnTo>
                  <a:cubicBezTo>
                    <a:pt x="2784" y="168"/>
                    <a:pt x="2640" y="0"/>
                    <a:pt x="2101" y="0"/>
                  </a:cubicBezTo>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p>
          </p:txBody>
        </p:sp>
        <p:sp>
          <p:nvSpPr>
            <p:cNvPr id="21" name="Freeform 9"/>
            <p:cNvSpPr/>
            <p:nvPr/>
          </p:nvSpPr>
          <p:spPr bwMode="auto">
            <a:xfrm>
              <a:off x="9935" y="3798"/>
              <a:ext cx="781" cy="1038"/>
            </a:xfrm>
            <a:custGeom>
              <a:avLst/>
              <a:gdLst>
                <a:gd name="T0" fmla="*/ 26 w 1628"/>
                <a:gd name="T1" fmla="*/ 69 h 2161"/>
                <a:gd name="T2" fmla="*/ 1045 w 1628"/>
                <a:gd name="T3" fmla="*/ 1070 h 2161"/>
                <a:gd name="T4" fmla="*/ 1045 w 1628"/>
                <a:gd name="T5" fmla="*/ 1093 h 2161"/>
                <a:gd name="T6" fmla="*/ 26 w 1628"/>
                <a:gd name="T7" fmla="*/ 2092 h 2161"/>
                <a:gd name="T8" fmla="*/ 54 w 1628"/>
                <a:gd name="T9" fmla="*/ 2161 h 2161"/>
                <a:gd name="T10" fmla="*/ 557 w 1628"/>
                <a:gd name="T11" fmla="*/ 2161 h 2161"/>
                <a:gd name="T12" fmla="*/ 632 w 1628"/>
                <a:gd name="T13" fmla="*/ 2130 h 2161"/>
                <a:gd name="T14" fmla="*/ 1536 w 1628"/>
                <a:gd name="T15" fmla="*/ 1246 h 2161"/>
                <a:gd name="T16" fmla="*/ 1537 w 1628"/>
                <a:gd name="T17" fmla="*/ 918 h 2161"/>
                <a:gd name="T18" fmla="*/ 632 w 1628"/>
                <a:gd name="T19" fmla="*/ 31 h 2161"/>
                <a:gd name="T20" fmla="*/ 557 w 1628"/>
                <a:gd name="T21" fmla="*/ 0 h 2161"/>
                <a:gd name="T22" fmla="*/ 54 w 1628"/>
                <a:gd name="T23" fmla="*/ 0 h 2161"/>
                <a:gd name="T24" fmla="*/ 26 w 1628"/>
                <a:gd name="T25" fmla="*/ 69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8" h="2161">
                  <a:moveTo>
                    <a:pt x="26" y="69"/>
                  </a:moveTo>
                  <a:lnTo>
                    <a:pt x="1045" y="1070"/>
                  </a:lnTo>
                  <a:cubicBezTo>
                    <a:pt x="1051" y="1076"/>
                    <a:pt x="1051" y="1087"/>
                    <a:pt x="1045" y="1093"/>
                  </a:cubicBezTo>
                  <a:lnTo>
                    <a:pt x="26" y="2092"/>
                  </a:lnTo>
                  <a:cubicBezTo>
                    <a:pt x="0" y="2117"/>
                    <a:pt x="18" y="2161"/>
                    <a:pt x="54" y="2161"/>
                  </a:cubicBezTo>
                  <a:lnTo>
                    <a:pt x="557" y="2161"/>
                  </a:lnTo>
                  <a:cubicBezTo>
                    <a:pt x="586" y="2161"/>
                    <a:pt x="612" y="2150"/>
                    <a:pt x="632" y="2130"/>
                  </a:cubicBezTo>
                  <a:lnTo>
                    <a:pt x="1536" y="1246"/>
                  </a:lnTo>
                  <a:cubicBezTo>
                    <a:pt x="1628" y="1156"/>
                    <a:pt x="1628" y="1008"/>
                    <a:pt x="1537" y="918"/>
                  </a:cubicBezTo>
                  <a:lnTo>
                    <a:pt x="632" y="31"/>
                  </a:lnTo>
                  <a:cubicBezTo>
                    <a:pt x="612" y="11"/>
                    <a:pt x="585" y="0"/>
                    <a:pt x="557" y="0"/>
                  </a:cubicBezTo>
                  <a:lnTo>
                    <a:pt x="54" y="0"/>
                  </a:lnTo>
                  <a:cubicBezTo>
                    <a:pt x="18" y="0"/>
                    <a:pt x="0" y="44"/>
                    <a:pt x="26" y="69"/>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p>
          </p:txBody>
        </p:sp>
        <p:sp>
          <p:nvSpPr>
            <p:cNvPr id="22" name="Freeform 10"/>
            <p:cNvSpPr/>
            <p:nvPr/>
          </p:nvSpPr>
          <p:spPr bwMode="auto">
            <a:xfrm>
              <a:off x="10779" y="3798"/>
              <a:ext cx="697" cy="506"/>
            </a:xfrm>
            <a:custGeom>
              <a:avLst/>
              <a:gdLst>
                <a:gd name="T0" fmla="*/ 1399 w 1453"/>
                <a:gd name="T1" fmla="*/ 0 h 1053"/>
                <a:gd name="T2" fmla="*/ 895 w 1453"/>
                <a:gd name="T3" fmla="*/ 0 h 1053"/>
                <a:gd name="T4" fmla="*/ 820 w 1453"/>
                <a:gd name="T5" fmla="*/ 30 h 1053"/>
                <a:gd name="T6" fmla="*/ 0 w 1453"/>
                <a:gd name="T7" fmla="*/ 836 h 1053"/>
                <a:gd name="T8" fmla="*/ 647 w 1453"/>
                <a:gd name="T9" fmla="*/ 836 h 1053"/>
                <a:gd name="T10" fmla="*/ 1427 w 1453"/>
                <a:gd name="T11" fmla="*/ 69 h 1053"/>
                <a:gd name="T12" fmla="*/ 1399 w 1453"/>
                <a:gd name="T13" fmla="*/ 0 h 1053"/>
              </a:gdLst>
              <a:ahLst/>
              <a:cxnLst>
                <a:cxn ang="0">
                  <a:pos x="T0" y="T1"/>
                </a:cxn>
                <a:cxn ang="0">
                  <a:pos x="T2" y="T3"/>
                </a:cxn>
                <a:cxn ang="0">
                  <a:pos x="T4" y="T5"/>
                </a:cxn>
                <a:cxn ang="0">
                  <a:pos x="T6" y="T7"/>
                </a:cxn>
                <a:cxn ang="0">
                  <a:pos x="T8" y="T9"/>
                </a:cxn>
                <a:cxn ang="0">
                  <a:pos x="T10" y="T11"/>
                </a:cxn>
                <a:cxn ang="0">
                  <a:pos x="T12" y="T13"/>
                </a:cxn>
              </a:cxnLst>
              <a:rect l="0" t="0" r="r" b="b"/>
              <a:pathLst>
                <a:path w="1453" h="1053">
                  <a:moveTo>
                    <a:pt x="1399" y="0"/>
                  </a:moveTo>
                  <a:lnTo>
                    <a:pt x="895" y="0"/>
                  </a:lnTo>
                  <a:cubicBezTo>
                    <a:pt x="867" y="0"/>
                    <a:pt x="840" y="11"/>
                    <a:pt x="820" y="30"/>
                  </a:cubicBezTo>
                  <a:cubicBezTo>
                    <a:pt x="676" y="171"/>
                    <a:pt x="79" y="755"/>
                    <a:pt x="0" y="836"/>
                  </a:cubicBezTo>
                  <a:cubicBezTo>
                    <a:pt x="418" y="1053"/>
                    <a:pt x="647" y="836"/>
                    <a:pt x="647" y="836"/>
                  </a:cubicBezTo>
                  <a:lnTo>
                    <a:pt x="1427" y="69"/>
                  </a:lnTo>
                  <a:cubicBezTo>
                    <a:pt x="1453" y="44"/>
                    <a:pt x="1435" y="0"/>
                    <a:pt x="1399" y="0"/>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p>
          </p:txBody>
        </p:sp>
        <p:sp>
          <p:nvSpPr>
            <p:cNvPr id="23" name="Freeform 11"/>
            <p:cNvSpPr/>
            <p:nvPr/>
          </p:nvSpPr>
          <p:spPr bwMode="auto">
            <a:xfrm>
              <a:off x="10779" y="4330"/>
              <a:ext cx="697" cy="506"/>
            </a:xfrm>
            <a:custGeom>
              <a:avLst/>
              <a:gdLst>
                <a:gd name="T0" fmla="*/ 1399 w 1453"/>
                <a:gd name="T1" fmla="*/ 1054 h 1054"/>
                <a:gd name="T2" fmla="*/ 895 w 1453"/>
                <a:gd name="T3" fmla="*/ 1054 h 1054"/>
                <a:gd name="T4" fmla="*/ 820 w 1453"/>
                <a:gd name="T5" fmla="*/ 1023 h 1054"/>
                <a:gd name="T6" fmla="*/ 0 w 1453"/>
                <a:gd name="T7" fmla="*/ 218 h 1054"/>
                <a:gd name="T8" fmla="*/ 647 w 1453"/>
                <a:gd name="T9" fmla="*/ 218 h 1054"/>
                <a:gd name="T10" fmla="*/ 1427 w 1453"/>
                <a:gd name="T11" fmla="*/ 985 h 1054"/>
                <a:gd name="T12" fmla="*/ 1399 w 1453"/>
                <a:gd name="T13" fmla="*/ 1054 h 1054"/>
              </a:gdLst>
              <a:ahLst/>
              <a:cxnLst>
                <a:cxn ang="0">
                  <a:pos x="T0" y="T1"/>
                </a:cxn>
                <a:cxn ang="0">
                  <a:pos x="T2" y="T3"/>
                </a:cxn>
                <a:cxn ang="0">
                  <a:pos x="T4" y="T5"/>
                </a:cxn>
                <a:cxn ang="0">
                  <a:pos x="T6" y="T7"/>
                </a:cxn>
                <a:cxn ang="0">
                  <a:pos x="T8" y="T9"/>
                </a:cxn>
                <a:cxn ang="0">
                  <a:pos x="T10" y="T11"/>
                </a:cxn>
                <a:cxn ang="0">
                  <a:pos x="T12" y="T13"/>
                </a:cxn>
              </a:cxnLst>
              <a:rect l="0" t="0" r="r" b="b"/>
              <a:pathLst>
                <a:path w="1453" h="1054">
                  <a:moveTo>
                    <a:pt x="1399" y="1054"/>
                  </a:moveTo>
                  <a:lnTo>
                    <a:pt x="895" y="1054"/>
                  </a:lnTo>
                  <a:cubicBezTo>
                    <a:pt x="867" y="1054"/>
                    <a:pt x="840" y="1043"/>
                    <a:pt x="820" y="1023"/>
                  </a:cubicBezTo>
                  <a:cubicBezTo>
                    <a:pt x="676" y="882"/>
                    <a:pt x="79" y="298"/>
                    <a:pt x="0" y="218"/>
                  </a:cubicBezTo>
                  <a:cubicBezTo>
                    <a:pt x="418" y="0"/>
                    <a:pt x="647" y="218"/>
                    <a:pt x="647" y="218"/>
                  </a:cubicBezTo>
                  <a:lnTo>
                    <a:pt x="1427" y="985"/>
                  </a:lnTo>
                  <a:cubicBezTo>
                    <a:pt x="1453" y="1010"/>
                    <a:pt x="1435" y="1054"/>
                    <a:pt x="1399" y="1054"/>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p>
          </p:txBody>
        </p:sp>
      </p:grpSp>
      <p:sp>
        <p:nvSpPr>
          <p:cNvPr id="24" name="TextBox 6"/>
          <p:cNvSpPr txBox="1"/>
          <p:nvPr userDrawn="1"/>
        </p:nvSpPr>
        <p:spPr>
          <a:xfrm>
            <a:off x="1013676" y="12944684"/>
            <a:ext cx="14451611" cy="253916"/>
          </a:xfrm>
          <a:prstGeom prst="rect">
            <a:avLst/>
          </a:prstGeom>
          <a:noFill/>
        </p:spPr>
        <p:txBody>
          <a:bodyPr wrap="square" lIns="0" rtlCol="0" anchor="ctr">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lang="en-GB" altLang="zh-CN" sz="1050" spc="0" baseline="0">
                <a:solidFill>
                  <a:srgbClr val="000000"/>
                </a:solidFill>
                <a:latin typeface="+mn-lt"/>
              </a:rPr>
              <a:t>All copyright shall belong to ECARX.  No person shall copy or distribute any or all part of the content in any way.  ECARX shall reserve the right to take legal action against such violations.</a:t>
            </a:r>
            <a:r>
              <a:rPr lang="zh-CN" altLang="en-US" sz="1050" spc="0" baseline="0">
                <a:solidFill>
                  <a:srgbClr val="000000"/>
                </a:solidFill>
                <a:latin typeface="+mn-lt"/>
              </a:rPr>
              <a:t> </a:t>
            </a:r>
            <a:r>
              <a:rPr lang="en-US" altLang="zh-CN" sz="1050" spc="0" baseline="0">
                <a:solidFill>
                  <a:srgbClr val="000000"/>
                </a:solidFill>
                <a:latin typeface="+mn-lt"/>
              </a:rPr>
              <a:t>| www.ecarxgroup.com</a:t>
            </a:r>
            <a:endParaRPr lang="zh-CN" altLang="en-US" sz="1050" spc="0" baseline="0">
              <a:solidFill>
                <a:srgbClr val="000000"/>
              </a:solidFill>
              <a:latin typeface="+mn-lt"/>
            </a:endParaRPr>
          </a:p>
        </p:txBody>
      </p:sp>
      <p:sp>
        <p:nvSpPr>
          <p:cNvPr id="2" name="Slide Number Textbox" descr="{&#10;&quot;SkabelonDesign&quot;: {&#10;&quot;textualValue&quot;: &quot;&lt;key1/&gt;&quot;,&#10;&quot;bindingCollection&quot;: {&#10;&quot;key1&quot;: {&quot;SkabelonDesign&quot;:{&quot;type&quot;:&quot;Text&quot;,&quot;binding&quot;:&quot;Module.SlideNumber&quot;}}&#10;}&#10;}&#10;}"/>
          <p:cNvSpPr txBox="1"/>
          <p:nvPr userDrawn="1"/>
        </p:nvSpPr>
        <p:spPr>
          <a:xfrm>
            <a:off x="22984056" y="12992163"/>
            <a:ext cx="710006" cy="338554"/>
          </a:xfrm>
          <a:prstGeom prst="rect">
            <a:avLst/>
          </a:prstGeom>
          <a:noFill/>
        </p:spPr>
        <p:txBody>
          <a:bodyPr wrap="square" lIns="89994" tIns="46797" rIns="89994" bIns="46797" rtlCol="0" anchor="t" anchorCtr="0">
            <a:noAutofit/>
          </a:bodyPr>
          <a:lstStyle/>
          <a:p>
            <a:pPr algn="ctr"/>
            <a:fld id="{8A23ABA4-7C5F-4A82-88F7-CAC0346A6918}" type="slidenum">
              <a:rPr lang="en-US" sz="2100" kern="1200" smtClean="0">
                <a:solidFill>
                  <a:schemeClr val="tx1"/>
                </a:solidFill>
                <a:latin typeface="Arial" panose="020B0604020202020204" pitchFamily="34" charset="0"/>
                <a:ea typeface="+mn-ea"/>
                <a:cs typeface="Arial" panose="020B0604020202020204" pitchFamily="34" charset="0"/>
              </a:rPr>
              <a:t>‹#›</a:t>
            </a:fld>
            <a:endParaRPr lang="en-US" sz="2100" kern="1200">
              <a:solidFill>
                <a:schemeClr val="tx1"/>
              </a:solidFill>
              <a:latin typeface="Arial" panose="020B0604020202020204" pitchFamily="34" charset="0"/>
              <a:ea typeface="+mn-ea"/>
              <a:cs typeface="Arial" panose="020B0604020202020204" pitchFamily="34" charset="0"/>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3047762" y="2244726"/>
            <a:ext cx="18286571" cy="4775200"/>
          </a:xfrm>
        </p:spPr>
        <p:txBody>
          <a:bodyPr anchor="b"/>
          <a:lstStyle>
            <a:lvl1pPr algn="ctr">
              <a:defRPr sz="12000"/>
            </a:lvl1pPr>
          </a:lstStyle>
          <a:p>
            <a:r>
              <a:rPr lang="zh-CN" altLang="en-US"/>
              <a:t>单击此处编辑母版标题样式</a:t>
            </a:r>
          </a:p>
        </p:txBody>
      </p:sp>
      <p:sp>
        <p:nvSpPr>
          <p:cNvPr id="3" name="副标题 2"/>
          <p:cNvSpPr>
            <a:spLocks noGrp="1"/>
          </p:cNvSpPr>
          <p:nvPr>
            <p:ph type="subTitle" idx="1" hasCustomPrompt="1"/>
          </p:nvPr>
        </p:nvSpPr>
        <p:spPr>
          <a:xfrm>
            <a:off x="3047762" y="7204076"/>
            <a:ext cx="1828657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1365" indent="0" algn="ctr">
              <a:buNone/>
              <a:defRPr sz="3200"/>
            </a:lvl6pPr>
            <a:lvl7pPr marL="5485765" indent="0" algn="ctr">
              <a:buNone/>
              <a:defRPr sz="3200"/>
            </a:lvl7pPr>
            <a:lvl8pPr marL="6400165" indent="0" algn="ctr">
              <a:buNone/>
              <a:defRPr sz="3200"/>
            </a:lvl8pPr>
            <a:lvl9pPr marL="7314565" indent="0" algn="ctr">
              <a:buNone/>
              <a:defRPr sz="3200"/>
            </a:lvl9pPr>
          </a:lstStyle>
          <a:p>
            <a:r>
              <a:rPr lang="zh-CN" altLang="en-US"/>
              <a:t>单击以编辑母版副标题样式</a:t>
            </a:r>
          </a:p>
        </p:txBody>
      </p:sp>
      <p:sp>
        <p:nvSpPr>
          <p:cNvPr id="4" name="日期占位符 3"/>
          <p:cNvSpPr>
            <a:spLocks noGrp="1"/>
          </p:cNvSpPr>
          <p:nvPr>
            <p:ph type="dt" sz="half" idx="10"/>
          </p:nvPr>
        </p:nvSpPr>
        <p:spPr>
          <a:xfrm>
            <a:off x="1676269" y="12712700"/>
            <a:ext cx="5485971" cy="730250"/>
          </a:xfrm>
        </p:spPr>
        <p:txBody>
          <a:bodyPr/>
          <a:lstStyle/>
          <a:p>
            <a:fld id="{CF3DAAFE-529F-4D7C-830D-390C720BA7B9}" type="datetimeFigureOut">
              <a:rPr lang="zh-CN" altLang="en-US" smtClean="0"/>
              <a:t>2025/9/28</a:t>
            </a:fld>
            <a:endParaRPr lang="zh-CN" altLang="en-US"/>
          </a:p>
        </p:txBody>
      </p:sp>
      <p:sp>
        <p:nvSpPr>
          <p:cNvPr id="5" name="页脚占位符 4"/>
          <p:cNvSpPr>
            <a:spLocks noGrp="1"/>
          </p:cNvSpPr>
          <p:nvPr>
            <p:ph type="ftr" sz="quarter" idx="11"/>
          </p:nvPr>
        </p:nvSpPr>
        <p:spPr>
          <a:xfrm>
            <a:off x="8076569" y="12712700"/>
            <a:ext cx="8228957" cy="730250"/>
          </a:xfrm>
        </p:spPr>
        <p:txBody>
          <a:bodyPr/>
          <a:lstStyle/>
          <a:p>
            <a:endParaRPr lang="zh-CN" altLang="en-US"/>
          </a:p>
        </p:txBody>
      </p:sp>
      <p:sp>
        <p:nvSpPr>
          <p:cNvPr id="6" name="灯片编号占位符 5"/>
          <p:cNvSpPr>
            <a:spLocks noGrp="1"/>
          </p:cNvSpPr>
          <p:nvPr>
            <p:ph type="sldNum" sz="quarter" idx="12"/>
          </p:nvPr>
        </p:nvSpPr>
        <p:spPr>
          <a:xfrm>
            <a:off x="17219854" y="12712700"/>
            <a:ext cx="5485971" cy="730250"/>
          </a:xfrm>
        </p:spPr>
        <p:txBody>
          <a:bodyPr/>
          <a:lstStyle/>
          <a:p>
            <a:fld id="{06464526-526C-470B-A9EC-0C6FDB4B7D63}" type="slidenum">
              <a:rPr lang="zh-CN" altLang="en-US" smtClean="0"/>
              <a:t>‹#›</a:t>
            </a:fld>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5" name="Picture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6" name="Text Placeholder 6"/>
          <p:cNvSpPr>
            <a:spLocks noGrp="1"/>
          </p:cNvSpPr>
          <p:nvPr>
            <p:ph type="body" sz="quarter" idx="12" hasCustomPrompt="1"/>
          </p:nvPr>
        </p:nvSpPr>
        <p:spPr>
          <a:xfrm>
            <a:off x="1412818" y="5002213"/>
            <a:ext cx="6923109" cy="5719762"/>
          </a:xfrm>
          <a:prstGeom prst="rect">
            <a:avLst/>
          </a:prstGeom>
        </p:spPr>
        <p:txBody>
          <a:bodyPr/>
          <a:lstStyle>
            <a:lvl1pPr marL="0" marR="0" indent="0" algn="l" defTabSz="457200" rtl="0" eaLnBrk="1" fontAlgn="auto" latinLnBrk="0" hangingPunct="1">
              <a:lnSpc>
                <a:spcPct val="130000"/>
              </a:lnSpc>
              <a:spcBef>
                <a:spcPct val="0"/>
              </a:spcBef>
              <a:spcAft>
                <a:spcPct val="0"/>
              </a:spcAft>
              <a:buClrTx/>
              <a:buSzTx/>
              <a:buFontTx/>
              <a:buNone/>
              <a:defRPr lang="en-US" altLang="zh-CN" sz="2800" kern="1200" noProof="0">
                <a:solidFill>
                  <a:schemeClr val="tx1"/>
                </a:solidFill>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600" b="0" i="0" u="none" strike="noStrike" kern="1200" cap="none" spc="150" normalizeH="0" baseline="0" noProof="0">
                <a:ln>
                  <a:noFill/>
                </a:ln>
                <a:solidFill>
                  <a:srgbClr val="333F48"/>
                </a:solidFill>
                <a:effectLst/>
                <a:uLnTx/>
                <a:uFillTx/>
                <a:latin typeface="+mn-lt"/>
                <a:ea typeface="+mn-ea"/>
                <a:cs typeface="+mn-cs"/>
              </a:rPr>
              <a:t>编辑正文文字</a:t>
            </a:r>
            <a:endParaRPr kumimoji="0" lang="en-US" altLang="zh-CN" sz="2600" b="0" i="0" u="none" strike="noStrike" kern="1200" cap="none" spc="150" normalizeH="0" baseline="0" noProof="0">
              <a:ln>
                <a:noFill/>
              </a:ln>
              <a:solidFill>
                <a:srgbClr val="333F48"/>
              </a:solidFill>
              <a:effectLst/>
              <a:uLnTx/>
              <a:uFillTx/>
              <a:latin typeface="+mn-lt"/>
              <a:ea typeface="+mn-ea"/>
              <a:cs typeface="+mn-cs"/>
            </a:endParaRPr>
          </a:p>
        </p:txBody>
      </p:sp>
      <p:sp>
        <p:nvSpPr>
          <p:cNvPr id="7" name="Title 1"/>
          <p:cNvSpPr>
            <a:spLocks noGrp="1"/>
          </p:cNvSpPr>
          <p:nvPr>
            <p:ph type="title" hasCustomPrompt="1"/>
          </p:nvPr>
        </p:nvSpPr>
        <p:spPr>
          <a:xfrm>
            <a:off x="1412819" y="1152939"/>
            <a:ext cx="21029831" cy="1013790"/>
          </a:xfrm>
          <a:prstGeom prst="rect">
            <a:avLst/>
          </a:prstGeom>
        </p:spPr>
        <p:txBody>
          <a:bodyPr>
            <a:normAutofit/>
          </a:bodyPr>
          <a:lstStyle>
            <a:lvl1pPr>
              <a:lnSpc>
                <a:spcPct val="100000"/>
              </a:lnSpc>
              <a:defRPr sz="5400" spc="300" baseline="0">
                <a:solidFill>
                  <a:schemeClr val="tx1"/>
                </a:solidFill>
              </a:defRPr>
            </a:lvl1pPr>
          </a:lstStyle>
          <a:p>
            <a:r>
              <a:rPr lang="zh-CN" altLang="en-US"/>
              <a:t>编辑标题文字</a:t>
            </a:r>
            <a:endParaRPr lang="en-US"/>
          </a:p>
        </p:txBody>
      </p:sp>
      <p:sp>
        <p:nvSpPr>
          <p:cNvPr id="8" name="Text Placeholder 6"/>
          <p:cNvSpPr>
            <a:spLocks noGrp="1"/>
          </p:cNvSpPr>
          <p:nvPr>
            <p:ph type="body" sz="quarter" idx="13" hasCustomPrompt="1"/>
          </p:nvPr>
        </p:nvSpPr>
        <p:spPr>
          <a:xfrm>
            <a:off x="1412818" y="3908910"/>
            <a:ext cx="6923109" cy="1093303"/>
          </a:xfrm>
          <a:prstGeom prst="rect">
            <a:avLst/>
          </a:prstGeom>
        </p:spPr>
        <p:txBody>
          <a:bodyPr anchor="t"/>
          <a:lstStyle>
            <a:lvl1pPr marL="0" marR="0" indent="0" algn="l" defTabSz="457200" rtl="0" eaLnBrk="1" fontAlgn="auto" latinLnBrk="0" hangingPunct="1">
              <a:lnSpc>
                <a:spcPct val="100000"/>
              </a:lnSpc>
              <a:spcBef>
                <a:spcPct val="0"/>
              </a:spcBef>
              <a:spcAft>
                <a:spcPct val="0"/>
              </a:spcAft>
              <a:buClrTx/>
              <a:buSzTx/>
              <a:buFontTx/>
              <a:buNone/>
              <a:defRPr kumimoji="0" lang="en-US" altLang="zh-CN" sz="3200" b="1" i="0" u="none" strike="noStrike" kern="1200" cap="none" spc="150" normalizeH="0" baseline="0" noProof="0">
                <a:ln>
                  <a:noFill/>
                </a:ln>
                <a:solidFill>
                  <a:srgbClr val="FF5C35"/>
                </a:solidFill>
                <a:effectLst/>
                <a:uLnTx/>
                <a:uFillTx/>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150" normalizeH="0" baseline="0" noProof="0">
                <a:ln>
                  <a:noFill/>
                </a:ln>
                <a:solidFill>
                  <a:srgbClr val="FF5C35"/>
                </a:solidFill>
                <a:effectLst/>
                <a:uLnTx/>
                <a:uFillTx/>
                <a:latin typeface="+mn-lt"/>
                <a:ea typeface="+mn-ea"/>
                <a:cs typeface="+mn-cs"/>
              </a:rPr>
              <a:t>编辑 副标题文字</a:t>
            </a:r>
            <a:endParaRPr kumimoji="0" lang="en-US" altLang="zh-CN" sz="3200" b="1" i="0" u="none" strike="noStrike" kern="1200" cap="none" spc="150" normalizeH="0" baseline="0" noProof="0">
              <a:ln>
                <a:noFill/>
              </a:ln>
              <a:solidFill>
                <a:srgbClr val="FF5C35"/>
              </a:solidFill>
              <a:effectLst/>
              <a:uLnTx/>
              <a:uFillTx/>
              <a:latin typeface="+mn-lt"/>
              <a:ea typeface="+mn-ea"/>
              <a:cs typeface="+mn-cs"/>
            </a:endParaRPr>
          </a:p>
        </p:txBody>
      </p:sp>
      <p:sp>
        <p:nvSpPr>
          <p:cNvPr id="10"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1152A47-E8C7-48FE-8630-A6A2991B6372}" type="slidenum">
              <a:rPr lang="zh-CN" altLang="en-US" sz="1800" smtClean="0">
                <a:solidFill>
                  <a:schemeClr val="bg2"/>
                </a:solidFill>
              </a:rPr>
              <a:t>‹#›</a:t>
            </a:fld>
            <a:endParaRPr lang="zh-CN" altLang="en-US" sz="1800">
              <a:solidFill>
                <a:schemeClr val="bg2"/>
              </a:solidFill>
            </a:endParaRPr>
          </a:p>
        </p:txBody>
      </p:sp>
      <p:sp>
        <p:nvSpPr>
          <p:cNvPr id="11" name="Text Placeholder 6"/>
          <p:cNvSpPr>
            <a:spLocks noGrp="1"/>
          </p:cNvSpPr>
          <p:nvPr>
            <p:ph type="body" sz="quarter" idx="17" hasCustomPrompt="1"/>
          </p:nvPr>
        </p:nvSpPr>
        <p:spPr>
          <a:xfrm>
            <a:off x="10576694" y="3908910"/>
            <a:ext cx="6923109" cy="1093303"/>
          </a:xfrm>
          <a:prstGeom prst="rect">
            <a:avLst/>
          </a:prstGeom>
        </p:spPr>
        <p:txBody>
          <a:bodyPr anchor="t"/>
          <a:lstStyle>
            <a:lvl1pPr marL="0" marR="0" indent="0" algn="l" defTabSz="457200" rtl="0" eaLnBrk="1" fontAlgn="auto" latinLnBrk="0" hangingPunct="1">
              <a:lnSpc>
                <a:spcPct val="100000"/>
              </a:lnSpc>
              <a:spcBef>
                <a:spcPct val="0"/>
              </a:spcBef>
              <a:spcAft>
                <a:spcPct val="0"/>
              </a:spcAft>
              <a:buClrTx/>
              <a:buSzTx/>
              <a:buFontTx/>
              <a:buNone/>
              <a:defRPr kumimoji="0" lang="en-US" altLang="zh-CN" sz="3200" b="1" i="0" u="none" strike="noStrike" kern="1200" cap="none" spc="150" normalizeH="0" baseline="0" noProof="0">
                <a:ln>
                  <a:noFill/>
                </a:ln>
                <a:solidFill>
                  <a:srgbClr val="FF5C35"/>
                </a:solidFill>
                <a:effectLst/>
                <a:uLnTx/>
                <a:uFillTx/>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150" normalizeH="0" baseline="0" noProof="0">
                <a:ln>
                  <a:noFill/>
                </a:ln>
                <a:solidFill>
                  <a:srgbClr val="FF5C35"/>
                </a:solidFill>
                <a:effectLst/>
                <a:uLnTx/>
                <a:uFillTx/>
                <a:latin typeface="+mn-lt"/>
                <a:ea typeface="+mn-ea"/>
                <a:cs typeface="+mn-cs"/>
              </a:rPr>
              <a:t>编辑 副标题文字</a:t>
            </a:r>
            <a:endParaRPr kumimoji="0" lang="en-US" altLang="zh-CN" sz="3200" b="1" i="0" u="none" strike="noStrike" kern="1200" cap="none" spc="150" normalizeH="0" baseline="0" noProof="0">
              <a:ln>
                <a:noFill/>
              </a:ln>
              <a:solidFill>
                <a:srgbClr val="FF5C35"/>
              </a:solidFill>
              <a:effectLst/>
              <a:uLnTx/>
              <a:uFillTx/>
              <a:latin typeface="+mn-lt"/>
              <a:ea typeface="+mn-ea"/>
              <a:cs typeface="+mn-cs"/>
            </a:endParaRPr>
          </a:p>
        </p:txBody>
      </p:sp>
      <p:sp>
        <p:nvSpPr>
          <p:cNvPr id="12" name="Text Placeholder 6"/>
          <p:cNvSpPr>
            <a:spLocks noGrp="1"/>
          </p:cNvSpPr>
          <p:nvPr>
            <p:ph type="body" sz="quarter" idx="18" hasCustomPrompt="1"/>
          </p:nvPr>
        </p:nvSpPr>
        <p:spPr>
          <a:xfrm>
            <a:off x="10576694" y="5002213"/>
            <a:ext cx="6923109" cy="5719762"/>
          </a:xfrm>
          <a:prstGeom prst="rect">
            <a:avLst/>
          </a:prstGeom>
        </p:spPr>
        <p:txBody>
          <a:bodyPr/>
          <a:lstStyle>
            <a:lvl1pPr marL="0" marR="0" indent="0" algn="l" defTabSz="457200" rtl="0" eaLnBrk="1" fontAlgn="auto" latinLnBrk="0" hangingPunct="1">
              <a:lnSpc>
                <a:spcPct val="130000"/>
              </a:lnSpc>
              <a:spcBef>
                <a:spcPct val="0"/>
              </a:spcBef>
              <a:spcAft>
                <a:spcPct val="0"/>
              </a:spcAft>
              <a:buClrTx/>
              <a:buSzTx/>
              <a:buFontTx/>
              <a:buNone/>
              <a:defRPr lang="en-US" altLang="zh-CN" sz="2800" kern="1200" noProof="0">
                <a:solidFill>
                  <a:schemeClr val="tx1"/>
                </a:solidFill>
                <a:latin typeface="+mn-lt"/>
                <a:ea typeface="+mn-ea"/>
                <a:cs typeface="+mn-cs"/>
              </a:defRPr>
            </a:lvl1p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600" b="0" i="0" u="none" strike="noStrike" kern="1200" cap="none" spc="150" normalizeH="0" baseline="0" noProof="0">
                <a:ln>
                  <a:noFill/>
                </a:ln>
                <a:solidFill>
                  <a:srgbClr val="333F48"/>
                </a:solidFill>
                <a:effectLst/>
                <a:uLnTx/>
                <a:uFillTx/>
                <a:latin typeface="+mn-lt"/>
                <a:ea typeface="+mn-ea"/>
                <a:cs typeface="+mn-cs"/>
              </a:rPr>
              <a:t>编辑正文文字</a:t>
            </a:r>
            <a:endParaRPr kumimoji="0" lang="en-US" altLang="zh-CN" sz="2600" b="0" i="0" u="none" strike="noStrike" kern="1200" cap="none" spc="150" normalizeH="0" baseline="0" noProof="0">
              <a:ln>
                <a:noFill/>
              </a:ln>
              <a:solidFill>
                <a:srgbClr val="333F48"/>
              </a:solidFill>
              <a:effectLst/>
              <a:uLnTx/>
              <a:uFillTx/>
              <a:latin typeface="+mn-lt"/>
              <a:ea typeface="+mn-ea"/>
              <a:cs typeface="+mn-cs"/>
            </a:endParaRPr>
          </a:p>
        </p:txBody>
      </p:sp>
      <p:sp>
        <p:nvSpPr>
          <p:cNvPr id="14" name="TextBox 6"/>
          <p:cNvSpPr txBox="1"/>
          <p:nvPr userDrawn="1"/>
        </p:nvSpPr>
        <p:spPr>
          <a:xfrm>
            <a:off x="1013675" y="12907749"/>
            <a:ext cx="10386834" cy="253916"/>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lang="zh-CN" altLang="en-US" sz="1050" spc="80" baseline="0">
                <a:solidFill>
                  <a:schemeClr val="bg2"/>
                </a:solidFill>
                <a:latin typeface="+mn-lt"/>
              </a:rPr>
              <a:t>所有版权归亿咖通科技所有。任何人不得以任何方式部分或全部进行复制或传播。亿咖通科技保留追究法律责任的权利 </a:t>
            </a:r>
            <a:r>
              <a:rPr lang="en-US" altLang="zh-CN" sz="1050" spc="80" baseline="0">
                <a:solidFill>
                  <a:schemeClr val="bg2"/>
                </a:solidFill>
                <a:latin typeface="+mn-lt"/>
              </a:rPr>
              <a:t>| www.ecarxgroup.com</a:t>
            </a:r>
            <a:endParaRPr lang="zh-CN" altLang="en-US" sz="1050" spc="80" baseline="0">
              <a:solidFill>
                <a:schemeClr val="bg2"/>
              </a:solidFill>
              <a:latin typeface="+mn-lt"/>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0934" y="1322889"/>
            <a:ext cx="349866" cy="475200"/>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7849" y="13231368"/>
            <a:ext cx="1042418" cy="484633"/>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7" name="Title 1"/>
          <p:cNvSpPr>
            <a:spLocks noGrp="1"/>
          </p:cNvSpPr>
          <p:nvPr>
            <p:ph type="title" hasCustomPrompt="1"/>
          </p:nvPr>
        </p:nvSpPr>
        <p:spPr>
          <a:xfrm>
            <a:off x="1403639" y="1152939"/>
            <a:ext cx="21029831" cy="1013790"/>
          </a:xfrm>
          <a:prstGeom prst="rect">
            <a:avLst/>
          </a:prstGeom>
        </p:spPr>
        <p:txBody>
          <a:bodyPr>
            <a:noAutofit/>
          </a:bodyPr>
          <a:lstStyle>
            <a:lvl1pPr>
              <a:lnSpc>
                <a:spcPct val="100000"/>
              </a:lnSpc>
              <a:defRPr sz="4800" spc="0" baseline="0">
                <a:solidFill>
                  <a:schemeClr val="tx1"/>
                </a:solidFill>
              </a:defRPr>
            </a:lvl1pPr>
          </a:lstStyle>
          <a:p>
            <a:r>
              <a:rPr lang="zh-CN" altLang="en-US"/>
              <a:t>编辑标题文字</a:t>
            </a:r>
            <a:endParaRPr lang="en-US"/>
          </a:p>
        </p:txBody>
      </p:sp>
      <p:sp>
        <p:nvSpPr>
          <p:cNvPr id="12" name="Text Placeholder 11"/>
          <p:cNvSpPr>
            <a:spLocks noGrp="1"/>
          </p:cNvSpPr>
          <p:nvPr>
            <p:ph type="body" sz="quarter" idx="20" hasCustomPrompt="1"/>
          </p:nvPr>
        </p:nvSpPr>
        <p:spPr>
          <a:xfrm>
            <a:off x="1403639" y="3333898"/>
            <a:ext cx="771525" cy="1695450"/>
          </a:xfrm>
          <a:prstGeom prst="rect">
            <a:avLst/>
          </a:prstGeom>
        </p:spPr>
        <p:txBody>
          <a:bodyPr/>
          <a:lstStyle>
            <a:lvl1pPr marL="0" indent="0">
              <a:lnSpc>
                <a:spcPct val="260000"/>
              </a:lnSpc>
              <a:spcBef>
                <a:spcPct val="0"/>
              </a:spcBef>
              <a:buNone/>
              <a:defRPr sz="3200" b="1" spc="150" baseline="0">
                <a:solidFill>
                  <a:schemeClr val="tx2"/>
                </a:solidFill>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lvl="0"/>
            <a:r>
              <a:rPr lang="en-US" altLang="zh-CN"/>
              <a:t>01</a:t>
            </a:r>
            <a:endParaRPr lang="zh-CN" altLang="en-US"/>
          </a:p>
        </p:txBody>
      </p:sp>
      <p:sp>
        <p:nvSpPr>
          <p:cNvPr id="13" name="Text Placeholder 11"/>
          <p:cNvSpPr>
            <a:spLocks noGrp="1"/>
          </p:cNvSpPr>
          <p:nvPr>
            <p:ph type="body" sz="quarter" idx="21" hasCustomPrompt="1"/>
          </p:nvPr>
        </p:nvSpPr>
        <p:spPr>
          <a:xfrm>
            <a:off x="2197753" y="3333898"/>
            <a:ext cx="4436964" cy="1695450"/>
          </a:xfrm>
          <a:prstGeom prst="rect">
            <a:avLst/>
          </a:prstGeom>
        </p:spPr>
        <p:txBody>
          <a:bodyPr>
            <a:noAutofit/>
          </a:bodyPr>
          <a:lstStyle>
            <a:lvl1pPr marL="0" indent="0">
              <a:lnSpc>
                <a:spcPct val="260000"/>
              </a:lnSpc>
              <a:spcBef>
                <a:spcPct val="0"/>
              </a:spcBef>
              <a:buNone/>
              <a:defRPr sz="3200" b="0" spc="0" baseline="0">
                <a:solidFill>
                  <a:schemeClr val="tx1"/>
                </a:solidFill>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lvl="0"/>
            <a:r>
              <a:rPr lang="zh-CN" altLang="en-US"/>
              <a:t>编辑标题文字</a:t>
            </a:r>
          </a:p>
        </p:txBody>
      </p:sp>
      <p:sp>
        <p:nvSpPr>
          <p:cNvPr id="10" name="Text Placeholder 11"/>
          <p:cNvSpPr>
            <a:spLocks noGrp="1"/>
          </p:cNvSpPr>
          <p:nvPr>
            <p:ph type="body" sz="quarter" idx="22" hasCustomPrompt="1"/>
          </p:nvPr>
        </p:nvSpPr>
        <p:spPr>
          <a:xfrm>
            <a:off x="6955016" y="3333898"/>
            <a:ext cx="771525" cy="1695450"/>
          </a:xfrm>
          <a:prstGeom prst="rect">
            <a:avLst/>
          </a:prstGeom>
        </p:spPr>
        <p:txBody>
          <a:bodyPr/>
          <a:lstStyle>
            <a:lvl1pPr marL="0" indent="0">
              <a:lnSpc>
                <a:spcPct val="260000"/>
              </a:lnSpc>
              <a:spcBef>
                <a:spcPct val="0"/>
              </a:spcBef>
              <a:buNone/>
              <a:defRPr lang="zh-CN" altLang="en-US" sz="3200" b="1" kern="1200" spc="150" baseline="0">
                <a:solidFill>
                  <a:schemeClr val="tx2"/>
                </a:solidFill>
                <a:latin typeface="+mn-lt"/>
                <a:ea typeface="+mn-ea"/>
                <a:cs typeface="+mn-cs"/>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marL="0" lvl="0" indent="0" algn="l" defTabSz="1828800" rtl="0" eaLnBrk="1" latinLnBrk="0" hangingPunct="1">
              <a:lnSpc>
                <a:spcPct val="260000"/>
              </a:lnSpc>
              <a:spcBef>
                <a:spcPct val="0"/>
              </a:spcBef>
              <a:buFont typeface="Arial" panose="020B0604020202020204" pitchFamily="34" charset="0"/>
              <a:buNone/>
            </a:pPr>
            <a:r>
              <a:rPr lang="en-US" altLang="zh-CN"/>
              <a:t>01</a:t>
            </a:r>
            <a:endParaRPr lang="zh-CN" altLang="en-US"/>
          </a:p>
        </p:txBody>
      </p:sp>
      <p:sp>
        <p:nvSpPr>
          <p:cNvPr id="11" name="Text Placeholder 11"/>
          <p:cNvSpPr>
            <a:spLocks noGrp="1"/>
          </p:cNvSpPr>
          <p:nvPr>
            <p:ph type="body" sz="quarter" idx="23" hasCustomPrompt="1"/>
          </p:nvPr>
        </p:nvSpPr>
        <p:spPr>
          <a:xfrm>
            <a:off x="7749130" y="3333898"/>
            <a:ext cx="4436964" cy="1695450"/>
          </a:xfrm>
          <a:prstGeom prst="rect">
            <a:avLst/>
          </a:prstGeom>
        </p:spPr>
        <p:txBody>
          <a:bodyPr>
            <a:noAutofit/>
          </a:bodyPr>
          <a:lstStyle>
            <a:lvl1pPr marL="0" indent="0">
              <a:lnSpc>
                <a:spcPct val="260000"/>
              </a:lnSpc>
              <a:spcBef>
                <a:spcPct val="0"/>
              </a:spcBef>
              <a:buNone/>
              <a:defRPr lang="zh-CN" altLang="en-US" sz="3200" b="0" kern="1200" spc="0" baseline="0">
                <a:solidFill>
                  <a:schemeClr val="tx1"/>
                </a:solidFill>
                <a:latin typeface="+mn-lt"/>
                <a:ea typeface="+mn-ea"/>
                <a:cs typeface="+mn-cs"/>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marL="0" lvl="0" indent="0" algn="l" defTabSz="1828800" rtl="0" eaLnBrk="1" latinLnBrk="0" hangingPunct="1">
              <a:lnSpc>
                <a:spcPct val="260000"/>
              </a:lnSpc>
              <a:spcBef>
                <a:spcPct val="0"/>
              </a:spcBef>
              <a:buFont typeface="Arial" panose="020B0604020202020204" pitchFamily="34" charset="0"/>
              <a:buNone/>
            </a:pPr>
            <a:r>
              <a:rPr lang="zh-CN" altLang="en-US"/>
              <a:t>编辑标题文字</a:t>
            </a:r>
          </a:p>
        </p:txBody>
      </p:sp>
      <p:sp>
        <p:nvSpPr>
          <p:cNvPr id="15"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1152A47-E8C7-48FE-8630-A6A2991B6372}" type="slidenum">
              <a:rPr lang="zh-CN" altLang="en-US" sz="1800" smtClean="0">
                <a:solidFill>
                  <a:schemeClr val="bg2"/>
                </a:solidFill>
              </a:rPr>
              <a:t>‹#›</a:t>
            </a:fld>
            <a:endParaRPr lang="zh-CN" altLang="en-US" sz="1800">
              <a:solidFill>
                <a:schemeClr val="bg2"/>
              </a:solidFill>
            </a:endParaRPr>
          </a:p>
        </p:txBody>
      </p:sp>
      <p:sp>
        <p:nvSpPr>
          <p:cNvPr id="16" name="TextBox 15"/>
          <p:cNvSpPr txBox="1"/>
          <p:nvPr userDrawn="1"/>
        </p:nvSpPr>
        <p:spPr>
          <a:xfrm>
            <a:off x="1013675" y="12907749"/>
            <a:ext cx="10386834" cy="253916"/>
          </a:xfrm>
          <a:prstGeom prst="rect">
            <a:avLst/>
          </a:prstGeom>
          <a:noFill/>
        </p:spPr>
        <p:txBody>
          <a:bodyPr wrap="square" lIns="0" rtlCol="0" anchor="ctr">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lang="zh-CN" altLang="en-US" sz="1050" spc="0" baseline="0">
                <a:solidFill>
                  <a:schemeClr val="bg2"/>
                </a:solidFill>
                <a:latin typeface="+mn-lt"/>
              </a:rPr>
              <a:t>所有版权归亿咖通科技所有。任何人不得以任何方式部分或全部进行复制或传播。亿咖通科技保留追究法律责任的权利 </a:t>
            </a:r>
            <a:r>
              <a:rPr lang="en-US" altLang="zh-CN" sz="1050" spc="0" baseline="0">
                <a:solidFill>
                  <a:schemeClr val="bg2"/>
                </a:solidFill>
                <a:latin typeface="+mn-lt"/>
              </a:rPr>
              <a:t>| www.ecarxgroup.com</a:t>
            </a:r>
            <a:endParaRPr lang="zh-CN" altLang="en-US" sz="1050" spc="0" baseline="0">
              <a:solidFill>
                <a:schemeClr val="bg2"/>
              </a:solidFill>
              <a:latin typeface="+mn-lt"/>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defTabSz="1935480">
              <a:defRPr/>
            </a:pPr>
            <a:fld id="{60B277D9-8F45-4210-A03D-E86DC9120BFF}" type="datetime1">
              <a:rPr lang="zh-CN" altLang="en-US" smtClean="0">
                <a:solidFill>
                  <a:prstClr val="black">
                    <a:tint val="75000"/>
                  </a:prstClr>
                </a:solidFill>
              </a:rPr>
              <a:t>2025/9/28</a:t>
            </a:fld>
            <a:endParaRPr lang="zh-CN" altLang="en-US">
              <a:solidFill>
                <a:prstClr val="black">
                  <a:tint val="75000"/>
                </a:prstClr>
              </a:solidFill>
            </a:endParaRPr>
          </a:p>
        </p:txBody>
      </p:sp>
      <p:sp>
        <p:nvSpPr>
          <p:cNvPr id="4" name="灯片编号占位符 5"/>
          <p:cNvSpPr>
            <a:spLocks noGrp="1"/>
          </p:cNvSpPr>
          <p:nvPr>
            <p:ph type="sldNum" sz="quarter" idx="12"/>
          </p:nvPr>
        </p:nvSpPr>
        <p:spPr>
          <a:xfrm>
            <a:off x="9752965" y="12980269"/>
            <a:ext cx="5689230" cy="730250"/>
          </a:xfrm>
        </p:spPr>
        <p:txBody>
          <a:bodyPr/>
          <a:lstStyle>
            <a:lvl1pPr>
              <a:defRPr/>
            </a:lvl1pPr>
          </a:lstStyle>
          <a:p>
            <a:pPr defTabSz="1935480">
              <a:spcBef>
                <a:spcPct val="0"/>
              </a:spcBef>
              <a:spcAft>
                <a:spcPct val="0"/>
              </a:spcAft>
              <a:defRPr/>
            </a:pPr>
            <a:fld id="{6A3703F8-9B84-41DB-A379-33F3535CF272}" type="slidenum">
              <a:rPr lang="zh-CN" altLang="en-US" smtClean="0"/>
              <a:t>‹#›</a:t>
            </a:fld>
            <a:endParaRPr lang="zh-CN" altLang="en-US"/>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3047802" y="2244726"/>
            <a:ext cx="18286809" cy="4775200"/>
          </a:xfrm>
        </p:spPr>
        <p:txBody>
          <a:bodyPr anchor="b"/>
          <a:lstStyle>
            <a:lvl1pPr algn="ctr">
              <a:defRPr sz="12000"/>
            </a:lvl1pPr>
          </a:lstStyle>
          <a:p>
            <a:r>
              <a:rPr lang="zh-CN" altLang="en-US"/>
              <a:t>单击此处编辑母版标题样式</a:t>
            </a:r>
          </a:p>
        </p:txBody>
      </p:sp>
      <p:sp>
        <p:nvSpPr>
          <p:cNvPr id="3" name="副标题 2"/>
          <p:cNvSpPr>
            <a:spLocks noGrp="1"/>
          </p:cNvSpPr>
          <p:nvPr>
            <p:ph type="subTitle" idx="1" hasCustomPrompt="1"/>
          </p:nvPr>
        </p:nvSpPr>
        <p:spPr>
          <a:xfrm>
            <a:off x="3047802" y="7204076"/>
            <a:ext cx="18286809"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165" indent="0" algn="ctr">
              <a:buNone/>
              <a:defRPr sz="3200"/>
            </a:lvl8pPr>
            <a:lvl9pPr marL="7314565" indent="0" algn="ctr">
              <a:buNone/>
              <a:defRPr sz="3200"/>
            </a:lvl9pPr>
          </a:lstStyle>
          <a:p>
            <a:r>
              <a:rPr lang="zh-CN" altLang="en-US"/>
              <a:t>单击以编辑母版副标题样式</a:t>
            </a:r>
          </a:p>
        </p:txBody>
      </p:sp>
      <p:sp>
        <p:nvSpPr>
          <p:cNvPr id="4" name="日期占位符 3"/>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663592" y="3419477"/>
            <a:ext cx="21029831" cy="5705474"/>
          </a:xfrm>
        </p:spPr>
        <p:txBody>
          <a:bodyPr anchor="b"/>
          <a:lstStyle>
            <a:lvl1pPr>
              <a:defRPr sz="12000"/>
            </a:lvl1pPr>
          </a:lstStyle>
          <a:p>
            <a:r>
              <a:rPr lang="zh-CN" altLang="en-US"/>
              <a:t>单击此处编辑母版标题样式</a:t>
            </a:r>
          </a:p>
        </p:txBody>
      </p:sp>
      <p:sp>
        <p:nvSpPr>
          <p:cNvPr id="3" name="文本占位符 2"/>
          <p:cNvSpPr>
            <a:spLocks noGrp="1"/>
          </p:cNvSpPr>
          <p:nvPr>
            <p:ph type="body" idx="1" hasCustomPrompt="1"/>
          </p:nvPr>
        </p:nvSpPr>
        <p:spPr>
          <a:xfrm>
            <a:off x="1663592" y="9178927"/>
            <a:ext cx="21029831"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165" indent="0">
              <a:buNone/>
              <a:defRPr sz="3200">
                <a:solidFill>
                  <a:schemeClr val="tx1">
                    <a:tint val="75000"/>
                  </a:schemeClr>
                </a:solidFill>
              </a:defRPr>
            </a:lvl8pPr>
            <a:lvl9pPr marL="7314565" indent="0">
              <a:buNone/>
              <a:defRPr sz="3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1676291" y="3651250"/>
            <a:ext cx="10362526" cy="870267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12343596" y="3651250"/>
            <a:ext cx="10362526" cy="870267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679467" y="730251"/>
            <a:ext cx="21029831" cy="2651126"/>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1679467" y="3362326"/>
            <a:ext cx="10314903"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165" indent="0">
              <a:buNone/>
              <a:defRPr sz="3200" b="1"/>
            </a:lvl8pPr>
            <a:lvl9pPr marL="7314565" indent="0">
              <a:buNone/>
              <a:defRPr sz="3200" b="1"/>
            </a:lvl9pPr>
          </a:lstStyle>
          <a:p>
            <a:pPr lvl="0"/>
            <a:r>
              <a:rPr lang="zh-CN" altLang="en-US"/>
              <a:t>编辑母版文本样式</a:t>
            </a:r>
          </a:p>
        </p:txBody>
      </p:sp>
      <p:sp>
        <p:nvSpPr>
          <p:cNvPr id="4" name="内容占位符 3"/>
          <p:cNvSpPr>
            <a:spLocks noGrp="1"/>
          </p:cNvSpPr>
          <p:nvPr>
            <p:ph sz="half" idx="2" hasCustomPrompt="1"/>
          </p:nvPr>
        </p:nvSpPr>
        <p:spPr>
          <a:xfrm>
            <a:off x="1679467" y="5010150"/>
            <a:ext cx="10314903" cy="736917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12343597" y="3362326"/>
            <a:ext cx="10365701"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165" indent="0">
              <a:buNone/>
              <a:defRPr sz="3200" b="1"/>
            </a:lvl8pPr>
            <a:lvl9pPr marL="7314565" indent="0">
              <a:buNone/>
              <a:defRPr sz="3200" b="1"/>
            </a:lvl9pPr>
          </a:lstStyle>
          <a:p>
            <a:pPr lvl="0"/>
            <a:r>
              <a:rPr lang="zh-CN" altLang="en-US"/>
              <a:t>编辑母版文本样式</a:t>
            </a:r>
          </a:p>
        </p:txBody>
      </p:sp>
      <p:sp>
        <p:nvSpPr>
          <p:cNvPr id="6" name="内容占位符 5"/>
          <p:cNvSpPr>
            <a:spLocks noGrp="1"/>
          </p:cNvSpPr>
          <p:nvPr>
            <p:ph sz="quarter" idx="4" hasCustomPrompt="1"/>
          </p:nvPr>
        </p:nvSpPr>
        <p:spPr>
          <a:xfrm>
            <a:off x="12343597" y="5010150"/>
            <a:ext cx="10365701" cy="736917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679468" y="914400"/>
            <a:ext cx="7863962" cy="3200400"/>
          </a:xfrm>
        </p:spPr>
        <p:txBody>
          <a:bodyPr anchor="b"/>
          <a:lstStyle>
            <a:lvl1pPr>
              <a:defRPr sz="6400"/>
            </a:lvl1pPr>
          </a:lstStyle>
          <a:p>
            <a:r>
              <a:rPr lang="zh-CN" altLang="en-US"/>
              <a:t>单击此处编辑母版标题样式</a:t>
            </a:r>
          </a:p>
        </p:txBody>
      </p:sp>
      <p:sp>
        <p:nvSpPr>
          <p:cNvPr id="3" name="内容占位符 2"/>
          <p:cNvSpPr>
            <a:spLocks noGrp="1"/>
          </p:cNvSpPr>
          <p:nvPr>
            <p:ph idx="1" hasCustomPrompt="1"/>
          </p:nvPr>
        </p:nvSpPr>
        <p:spPr>
          <a:xfrm>
            <a:off x="10365701" y="1974851"/>
            <a:ext cx="1234359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1679468" y="4114800"/>
            <a:ext cx="7863962"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165" indent="0">
              <a:buNone/>
              <a:defRPr sz="2000"/>
            </a:lvl8pPr>
            <a:lvl9pPr marL="7314565" indent="0">
              <a:buNone/>
              <a:defRPr sz="2000"/>
            </a:lvl9pPr>
          </a:lstStyle>
          <a:p>
            <a:pPr lvl="0"/>
            <a:r>
              <a:rPr lang="zh-CN" altLang="en-US"/>
              <a:t>编辑母版文本样式</a:t>
            </a:r>
          </a:p>
        </p:txBody>
      </p:sp>
      <p:sp>
        <p:nvSpPr>
          <p:cNvPr id="5" name="日期占位符 4"/>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679468" y="914400"/>
            <a:ext cx="7863962" cy="3200400"/>
          </a:xfrm>
        </p:spPr>
        <p:txBody>
          <a:bodyPr anchor="b"/>
          <a:lstStyle>
            <a:lvl1pPr>
              <a:defRPr sz="6400"/>
            </a:lvl1pPr>
          </a:lstStyle>
          <a:p>
            <a:r>
              <a:rPr lang="zh-CN" altLang="en-US"/>
              <a:t>单击此处编辑母版标题样式</a:t>
            </a:r>
          </a:p>
        </p:txBody>
      </p:sp>
      <p:sp>
        <p:nvSpPr>
          <p:cNvPr id="3" name="图片占位符 2"/>
          <p:cNvSpPr>
            <a:spLocks noGrp="1"/>
          </p:cNvSpPr>
          <p:nvPr>
            <p:ph type="pic" idx="1"/>
          </p:nvPr>
        </p:nvSpPr>
        <p:spPr>
          <a:xfrm>
            <a:off x="10365701" y="1974851"/>
            <a:ext cx="12343597"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165" indent="0">
              <a:buNone/>
              <a:defRPr sz="4000"/>
            </a:lvl8pPr>
            <a:lvl9pPr marL="7314565" indent="0">
              <a:buNone/>
              <a:defRPr sz="4000"/>
            </a:lvl9pPr>
          </a:lstStyle>
          <a:p>
            <a:endParaRPr lang="zh-CN" altLang="en-US"/>
          </a:p>
        </p:txBody>
      </p:sp>
      <p:sp>
        <p:nvSpPr>
          <p:cNvPr id="4" name="文本占位符 3"/>
          <p:cNvSpPr>
            <a:spLocks noGrp="1"/>
          </p:cNvSpPr>
          <p:nvPr>
            <p:ph type="body" sz="half" idx="2" hasCustomPrompt="1"/>
          </p:nvPr>
        </p:nvSpPr>
        <p:spPr>
          <a:xfrm>
            <a:off x="1679468" y="4114800"/>
            <a:ext cx="7863962"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165" indent="0">
              <a:buNone/>
              <a:defRPr sz="2000"/>
            </a:lvl8pPr>
            <a:lvl9pPr marL="7314565" indent="0">
              <a:buNone/>
              <a:defRPr sz="2000"/>
            </a:lvl9pPr>
          </a:lstStyle>
          <a:p>
            <a:pPr lvl="0"/>
            <a:r>
              <a:rPr lang="zh-CN" altLang="en-US"/>
              <a:t>编辑母版文本样式</a:t>
            </a:r>
          </a:p>
        </p:txBody>
      </p:sp>
      <p:sp>
        <p:nvSpPr>
          <p:cNvPr id="5" name="日期占位符 4"/>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7448664" y="730250"/>
            <a:ext cx="5257458" cy="11623676"/>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1676291" y="730250"/>
            <a:ext cx="15467592" cy="1162367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67C956E-954C-4424-AFF9-FAA67610D47B}" type="datetimeFigureOut">
              <a:rPr lang="zh-CN" altLang="en-US" smtClean="0"/>
              <a:t>2025/9/28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D8E0CE-C8BD-466C-9E19-7160FE3F9F81}" type="slidenum">
              <a:rPr lang="zh-CN" altLang="en-US" smtClean="0"/>
              <a:t>‹#›</a:t>
            </a:fld>
            <a:endParaRPr lang="zh-CN" altLang="en-US"/>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4495" y="1412097"/>
            <a:ext cx="376305" cy="511110"/>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14801" y="13231368"/>
            <a:ext cx="1048514" cy="484633"/>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403469" y="689708"/>
            <a:ext cx="2005586" cy="273905"/>
          </a:xfrm>
          <a:prstGeom prst="rect">
            <a:avLst/>
          </a:prstGeom>
        </p:spPr>
      </p:pic>
      <p:sp>
        <p:nvSpPr>
          <p:cNvPr id="7" name="Title 1"/>
          <p:cNvSpPr>
            <a:spLocks noGrp="1"/>
          </p:cNvSpPr>
          <p:nvPr>
            <p:ph type="title" hasCustomPrompt="1"/>
          </p:nvPr>
        </p:nvSpPr>
        <p:spPr>
          <a:xfrm>
            <a:off x="1403639" y="1152939"/>
            <a:ext cx="21029831" cy="1013790"/>
          </a:xfrm>
          <a:prstGeom prst="rect">
            <a:avLst/>
          </a:prstGeom>
        </p:spPr>
        <p:txBody>
          <a:bodyPr>
            <a:noAutofit/>
          </a:bodyPr>
          <a:lstStyle>
            <a:lvl1pPr>
              <a:lnSpc>
                <a:spcPct val="100000"/>
              </a:lnSpc>
              <a:defRPr sz="5400" spc="0" baseline="0">
                <a:solidFill>
                  <a:schemeClr val="tx1"/>
                </a:solidFill>
              </a:defRPr>
            </a:lvl1pPr>
          </a:lstStyle>
          <a:p>
            <a:r>
              <a:rPr lang="sv-SE" altLang="zh-CN" err="1"/>
              <a:t>Header</a:t>
            </a:r>
            <a:endParaRPr lang="en-US"/>
          </a:p>
        </p:txBody>
      </p:sp>
      <p:sp>
        <p:nvSpPr>
          <p:cNvPr id="12" name="Text Placeholder 11"/>
          <p:cNvSpPr>
            <a:spLocks noGrp="1"/>
          </p:cNvSpPr>
          <p:nvPr>
            <p:ph type="body" sz="quarter" idx="20" hasCustomPrompt="1"/>
          </p:nvPr>
        </p:nvSpPr>
        <p:spPr>
          <a:xfrm>
            <a:off x="1403639" y="3333897"/>
            <a:ext cx="771525" cy="8339293"/>
          </a:xfrm>
          <a:prstGeom prst="rect">
            <a:avLst/>
          </a:prstGeom>
        </p:spPr>
        <p:txBody>
          <a:bodyPr/>
          <a:lstStyle>
            <a:lvl1pPr marL="0" indent="0">
              <a:lnSpc>
                <a:spcPct val="260000"/>
              </a:lnSpc>
              <a:spcBef>
                <a:spcPct val="0"/>
              </a:spcBef>
              <a:buNone/>
              <a:defRPr sz="3200" b="1" spc="150" baseline="0">
                <a:solidFill>
                  <a:schemeClr val="tx2"/>
                </a:solidFill>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lvl="0"/>
            <a:r>
              <a:rPr lang="en-US" altLang="zh-CN"/>
              <a:t>01</a:t>
            </a:r>
            <a:endParaRPr lang="zh-CN" altLang="en-US"/>
          </a:p>
        </p:txBody>
      </p:sp>
      <p:sp>
        <p:nvSpPr>
          <p:cNvPr id="13" name="Text Placeholder 11"/>
          <p:cNvSpPr>
            <a:spLocks noGrp="1"/>
          </p:cNvSpPr>
          <p:nvPr>
            <p:ph type="body" sz="quarter" idx="21" hasCustomPrompt="1"/>
          </p:nvPr>
        </p:nvSpPr>
        <p:spPr>
          <a:xfrm>
            <a:off x="2197753" y="3333898"/>
            <a:ext cx="4436964" cy="8339292"/>
          </a:xfrm>
          <a:prstGeom prst="rect">
            <a:avLst/>
          </a:prstGeom>
        </p:spPr>
        <p:txBody>
          <a:bodyPr/>
          <a:lstStyle>
            <a:lvl1pPr marL="0" indent="0">
              <a:lnSpc>
                <a:spcPct val="260000"/>
              </a:lnSpc>
              <a:spcBef>
                <a:spcPct val="0"/>
              </a:spcBef>
              <a:buNone/>
              <a:defRPr sz="3200" b="0" spc="150" baseline="0">
                <a:solidFill>
                  <a:schemeClr val="tx1"/>
                </a:solidFill>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lvl="0"/>
            <a:r>
              <a:rPr lang="sv-SE" altLang="zh-CN"/>
              <a:t>Text</a:t>
            </a:r>
            <a:endParaRPr lang="zh-CN" altLang="en-US"/>
          </a:p>
        </p:txBody>
      </p:sp>
      <p:sp>
        <p:nvSpPr>
          <p:cNvPr id="10" name="Text Placeholder 11"/>
          <p:cNvSpPr>
            <a:spLocks noGrp="1"/>
          </p:cNvSpPr>
          <p:nvPr>
            <p:ph type="body" sz="quarter" idx="22" hasCustomPrompt="1"/>
          </p:nvPr>
        </p:nvSpPr>
        <p:spPr>
          <a:xfrm>
            <a:off x="6955016" y="3333897"/>
            <a:ext cx="771525" cy="8339291"/>
          </a:xfrm>
          <a:prstGeom prst="rect">
            <a:avLst/>
          </a:prstGeom>
        </p:spPr>
        <p:txBody>
          <a:bodyPr/>
          <a:lstStyle>
            <a:lvl1pPr marL="0" indent="0">
              <a:lnSpc>
                <a:spcPct val="260000"/>
              </a:lnSpc>
              <a:spcBef>
                <a:spcPct val="0"/>
              </a:spcBef>
              <a:buNone/>
              <a:defRPr lang="zh-CN" altLang="en-US" sz="3200" b="1" kern="1200" spc="150" baseline="0">
                <a:solidFill>
                  <a:schemeClr val="tx2"/>
                </a:solidFill>
                <a:latin typeface="+mn-lt"/>
                <a:ea typeface="+mn-ea"/>
                <a:cs typeface="+mn-cs"/>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marL="0" lvl="0" indent="0" algn="l" defTabSz="1828800" rtl="0" eaLnBrk="1" latinLnBrk="0" hangingPunct="1">
              <a:lnSpc>
                <a:spcPct val="260000"/>
              </a:lnSpc>
              <a:spcBef>
                <a:spcPct val="0"/>
              </a:spcBef>
              <a:buFont typeface="Arial" panose="020B0604020202020204" pitchFamily="34" charset="0"/>
              <a:buNone/>
            </a:pPr>
            <a:r>
              <a:rPr lang="en-US" altLang="zh-CN"/>
              <a:t>01</a:t>
            </a:r>
            <a:endParaRPr lang="zh-CN" altLang="en-US"/>
          </a:p>
        </p:txBody>
      </p:sp>
      <p:sp>
        <p:nvSpPr>
          <p:cNvPr id="11" name="Text Placeholder 11"/>
          <p:cNvSpPr>
            <a:spLocks noGrp="1"/>
          </p:cNvSpPr>
          <p:nvPr>
            <p:ph type="body" sz="quarter" idx="23" hasCustomPrompt="1"/>
          </p:nvPr>
        </p:nvSpPr>
        <p:spPr>
          <a:xfrm>
            <a:off x="7749130" y="3333898"/>
            <a:ext cx="4436964" cy="8339290"/>
          </a:xfrm>
          <a:prstGeom prst="rect">
            <a:avLst/>
          </a:prstGeom>
        </p:spPr>
        <p:txBody>
          <a:bodyPr/>
          <a:lstStyle>
            <a:lvl1pPr marL="0" indent="0">
              <a:lnSpc>
                <a:spcPct val="260000"/>
              </a:lnSpc>
              <a:spcBef>
                <a:spcPct val="0"/>
              </a:spcBef>
              <a:buNone/>
              <a:defRPr lang="zh-CN" altLang="en-US" sz="3200" b="0" kern="1200" spc="150" baseline="0">
                <a:solidFill>
                  <a:schemeClr val="tx1"/>
                </a:solidFill>
                <a:latin typeface="+mn-lt"/>
                <a:ea typeface="+mn-ea"/>
                <a:cs typeface="+mn-cs"/>
              </a:defRPr>
            </a:lvl1pPr>
            <a:lvl2pPr marL="914400" indent="0">
              <a:buNone/>
              <a:defRPr sz="3200" b="1">
                <a:solidFill>
                  <a:schemeClr val="tx2"/>
                </a:solidFill>
              </a:defRPr>
            </a:lvl2pPr>
            <a:lvl3pPr marL="1828800" indent="0">
              <a:buNone/>
              <a:defRPr sz="3200" b="1">
                <a:solidFill>
                  <a:schemeClr val="tx2"/>
                </a:solidFill>
              </a:defRPr>
            </a:lvl3pPr>
            <a:lvl4pPr marL="2743200" indent="0">
              <a:buNone/>
              <a:defRPr sz="3200" b="1">
                <a:solidFill>
                  <a:schemeClr val="tx2"/>
                </a:solidFill>
              </a:defRPr>
            </a:lvl4pPr>
            <a:lvl5pPr marL="3657600" indent="0">
              <a:buNone/>
              <a:defRPr sz="3200" b="1">
                <a:solidFill>
                  <a:schemeClr val="tx2"/>
                </a:solidFill>
              </a:defRPr>
            </a:lvl5pPr>
          </a:lstStyle>
          <a:p>
            <a:pPr marL="0" lvl="0" indent="0" algn="l" defTabSz="1828800" rtl="0" eaLnBrk="1" latinLnBrk="0" hangingPunct="1">
              <a:lnSpc>
                <a:spcPct val="260000"/>
              </a:lnSpc>
              <a:spcBef>
                <a:spcPct val="0"/>
              </a:spcBef>
              <a:buFont typeface="Arial" panose="020B0604020202020204" pitchFamily="34" charset="0"/>
              <a:buNone/>
            </a:pPr>
            <a:r>
              <a:rPr lang="sv-SE" altLang="zh-CN"/>
              <a:t>Text</a:t>
            </a:r>
            <a:endParaRPr lang="zh-CN" altLang="en-US"/>
          </a:p>
        </p:txBody>
      </p:sp>
      <p:sp>
        <p:nvSpPr>
          <p:cNvPr id="15" name="Date Placeholder 3"/>
          <p:cNvSpPr txBox="1"/>
          <p:nvPr userDrawn="1"/>
        </p:nvSpPr>
        <p:spPr>
          <a:xfrm>
            <a:off x="23058275" y="12857457"/>
            <a:ext cx="578618" cy="320039"/>
          </a:xfrm>
          <a:prstGeom prst="rect">
            <a:avLst/>
          </a:prstGeom>
        </p:spPr>
        <p:txBody>
          <a:bodyPr vert="horz" lIns="91440" tIns="45720" rIns="91440" bIns="45720" rtlCol="0" anchor="t"/>
          <a:lstStyle>
            <a:defPPr>
              <a:defRPr lang="en-US"/>
            </a:defPPr>
            <a:lvl1pPr marL="0" algn="l" defTabSz="457200" rtl="0" eaLnBrk="1" latinLnBrk="0" hangingPunct="1">
              <a:defRPr lang="zh-CN" altLang="en-US" sz="1050" b="0" i="0" u="none" strike="noStrike" kern="1200" spc="80" baseline="0" smtClean="0">
                <a:solidFill>
                  <a:schemeClr val="bg2"/>
                </a:solidFill>
                <a:latin typeface="微软雅黑" panose="020B0503020204020204" pitchFamily="34" charset="-122"/>
                <a:ea typeface="微软雅黑" panose="020B0503020204020204" pitchFamily="34" charset="-122"/>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0"/>
              </a:spcBef>
              <a:spcAft>
                <a:spcPct val="0"/>
              </a:spcAft>
              <a:buClrTx/>
              <a:buSzTx/>
              <a:buFontTx/>
              <a:buNone/>
              <a:defRPr/>
            </a:pPr>
            <a:fld id="{F1152A47-E8C7-48FE-8630-A6A2991B6372}" type="slidenum">
              <a:rPr kumimoji="0" lang="zh-CN" altLang="en-US" sz="1800" b="0" i="0" u="none" strike="noStrike" kern="1200" cap="none" spc="80" normalizeH="0" baseline="0" noProof="0" smtClean="0">
                <a:ln>
                  <a:noFill/>
                </a:ln>
                <a:solidFill>
                  <a:srgbClr val="D0D3D4"/>
                </a:solidFill>
                <a:effectLst/>
                <a:uLnTx/>
                <a:uFillTx/>
                <a:latin typeface="微软雅黑" panose="020B0503020204020204" pitchFamily="34" charset="-122"/>
                <a:ea typeface="微软雅黑" panose="020B0503020204020204" pitchFamily="34" charset="-122"/>
                <a:cs typeface="+mn-cs"/>
              </a:rPr>
              <a:t>‹#›</a:t>
            </a:fld>
            <a:endParaRPr kumimoji="0" lang="zh-CN" altLang="en-US" sz="1800" b="0" i="0" u="none" strike="noStrike" kern="1200" cap="none" spc="80" normalizeH="0" baseline="0" noProof="0">
              <a:ln>
                <a:noFill/>
              </a:ln>
              <a:solidFill>
                <a:srgbClr val="D0D3D4"/>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7873297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theme" Target="../theme/theme2.xml"/><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165" algn="l" defTabSz="1828800" rtl="0" eaLnBrk="1" latinLnBrk="0" hangingPunct="1">
        <a:defRPr sz="3600" kern="1200">
          <a:solidFill>
            <a:schemeClr val="tx1"/>
          </a:solidFill>
          <a:latin typeface="+mn-lt"/>
          <a:ea typeface="+mn-ea"/>
          <a:cs typeface="+mn-cs"/>
        </a:defRPr>
      </a:lvl8pPr>
      <a:lvl9pPr marL="7314565"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
          <a:stretch>
            <a:fillRect/>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219121" y="12712703"/>
            <a:ext cx="5689230" cy="730250"/>
          </a:xfrm>
          <a:prstGeom prst="rect">
            <a:avLst/>
          </a:prstGeom>
        </p:spPr>
        <p:txBody>
          <a:bodyPr vert="horz" lIns="91440" tIns="45720" rIns="91440" bIns="45720" rtlCol="0" anchor="ctr"/>
          <a:lstStyle>
            <a:lvl1pPr algn="l" eaLnBrk="1" fontAlgn="auto" hangingPunct="1">
              <a:spcBef>
                <a:spcPct val="0"/>
              </a:spcBef>
              <a:spcAft>
                <a:spcPct val="0"/>
              </a:spcAft>
              <a:defRPr sz="2400">
                <a:solidFill>
                  <a:schemeClr val="tx1">
                    <a:tint val="75000"/>
                  </a:schemeClr>
                </a:solidFill>
                <a:latin typeface="+mn-lt"/>
                <a:ea typeface="+mn-ea"/>
              </a:defRPr>
            </a:lvl1pPr>
          </a:lstStyle>
          <a:p>
            <a:pPr defTabSz="1935480">
              <a:defRPr/>
            </a:pPr>
            <a:fld id="{89B58469-DD35-4C48-A71F-37FC222F0C6D}" type="datetime1">
              <a:rPr lang="zh-CN" altLang="en-US" b="1" smtClean="0">
                <a:solidFill>
                  <a:prstClr val="black">
                    <a:tint val="75000"/>
                  </a:prstClr>
                </a:solidFill>
              </a:rPr>
              <a:t>2025/9/28</a:t>
            </a:fld>
            <a:endParaRPr lang="zh-CN" altLang="en-US" b="1">
              <a:solidFill>
                <a:prstClr val="black">
                  <a:tint val="75000"/>
                </a:prstClr>
              </a:solidFill>
            </a:endParaRPr>
          </a:p>
        </p:txBody>
      </p:sp>
      <p:sp>
        <p:nvSpPr>
          <p:cNvPr id="5" name="页脚占位符 4"/>
          <p:cNvSpPr>
            <a:spLocks noGrp="1"/>
          </p:cNvSpPr>
          <p:nvPr>
            <p:ph type="ftr" sz="quarter" idx="3"/>
          </p:nvPr>
        </p:nvSpPr>
        <p:spPr>
          <a:xfrm>
            <a:off x="8330660" y="12712703"/>
            <a:ext cx="7721097" cy="730250"/>
          </a:xfrm>
          <a:prstGeom prst="rect">
            <a:avLst/>
          </a:prstGeom>
        </p:spPr>
        <p:txBody>
          <a:bodyPr vert="horz" lIns="91440" tIns="45720" rIns="91440" bIns="45720" rtlCol="0" anchor="ctr"/>
          <a:lstStyle>
            <a:lvl1pPr algn="ctr" eaLnBrk="1" fontAlgn="auto" hangingPunct="1">
              <a:spcBef>
                <a:spcPct val="0"/>
              </a:spcBef>
              <a:spcAft>
                <a:spcPct val="0"/>
              </a:spcAft>
              <a:defRPr sz="2400">
                <a:solidFill>
                  <a:schemeClr val="tx1">
                    <a:tint val="75000"/>
                  </a:schemeClr>
                </a:solidFill>
                <a:latin typeface="+mn-lt"/>
                <a:ea typeface="+mn-ea"/>
              </a:defRPr>
            </a:lvl1pPr>
          </a:lstStyle>
          <a:p>
            <a:pPr defTabSz="1935480">
              <a:defRPr/>
            </a:pPr>
            <a:endParaRPr lang="zh-CN" altLang="en-US" b="1">
              <a:solidFill>
                <a:prstClr val="black">
                  <a:tint val="75000"/>
                </a:prstClr>
              </a:solidFill>
            </a:endParaRPr>
          </a:p>
        </p:txBody>
      </p:sp>
      <p:sp>
        <p:nvSpPr>
          <p:cNvPr id="6" name="灯片编号占位符 5"/>
          <p:cNvSpPr>
            <a:spLocks noGrp="1"/>
          </p:cNvSpPr>
          <p:nvPr>
            <p:ph type="sldNum" sz="quarter" idx="4"/>
          </p:nvPr>
        </p:nvSpPr>
        <p:spPr>
          <a:xfrm>
            <a:off x="17474064" y="12712703"/>
            <a:ext cx="5689230" cy="730250"/>
          </a:xfrm>
          <a:prstGeom prst="rect">
            <a:avLst/>
          </a:prstGeom>
        </p:spPr>
        <p:txBody>
          <a:bodyPr vert="horz" wrap="square" lIns="91440" tIns="45720" rIns="91440" bIns="45720" numCol="1" anchor="ctr" anchorCtr="0" compatLnSpc="1"/>
          <a:lstStyle>
            <a:lvl1pPr algn="r" eaLnBrk="1" fontAlgn="ctr" hangingPunct="1">
              <a:defRPr sz="2400">
                <a:solidFill>
                  <a:srgbClr val="898989"/>
                </a:solidFill>
                <a:latin typeface="Calibri" panose="020F0502020204030204" pitchFamily="34" charset="0"/>
              </a:defRPr>
            </a:lvl1pPr>
          </a:lstStyle>
          <a:p>
            <a:pPr defTabSz="1935480">
              <a:spcBef>
                <a:spcPct val="0"/>
              </a:spcBef>
              <a:spcAft>
                <a:spcPct val="0"/>
              </a:spcAft>
              <a:defRPr/>
            </a:pPr>
            <a:fld id="{9D34A2AF-EF9D-4FAC-AAC7-00D73D8444C2}" type="slidenum">
              <a:rPr lang="zh-CN" altLang="en-US" b="1" smtClean="0">
                <a:ea typeface="华文中宋" panose="02010600040101010101" pitchFamily="2" charset="-122"/>
              </a:rPr>
              <a:t>‹#›</a:t>
            </a:fld>
            <a:endParaRPr lang="zh-CN" altLang="en-US" b="1">
              <a:ea typeface="华文中宋" panose="0201060004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algn="ctr" rtl="0" eaLnBrk="0" fontAlgn="base" hangingPunct="0">
        <a:spcBef>
          <a:spcPct val="0"/>
        </a:spcBef>
        <a:spcAft>
          <a:spcPct val="0"/>
        </a:spcAft>
        <a:defRPr sz="8800" kern="1200">
          <a:solidFill>
            <a:schemeClr val="tx1"/>
          </a:solidFill>
          <a:latin typeface="+mj-lt"/>
          <a:ea typeface="+mj-ea"/>
          <a:cs typeface="+mj-cs"/>
        </a:defRPr>
      </a:lvl1pPr>
      <a:lvl2pPr algn="ctr" rtl="0" eaLnBrk="0" fontAlgn="base" hangingPunct="0">
        <a:spcBef>
          <a:spcPct val="0"/>
        </a:spcBef>
        <a:spcAft>
          <a:spcPct val="0"/>
        </a:spcAft>
        <a:defRPr sz="8800">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8800">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8800">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8800">
          <a:solidFill>
            <a:schemeClr val="tx1"/>
          </a:solidFill>
          <a:latin typeface="Calibri" panose="020F0502020204030204" pitchFamily="34" charset="0"/>
          <a:ea typeface="宋体" pitchFamily="2" charset="-122"/>
        </a:defRPr>
      </a:lvl5pPr>
      <a:lvl6pPr marL="914400" algn="ctr" rtl="0" fontAlgn="base">
        <a:spcBef>
          <a:spcPct val="0"/>
        </a:spcBef>
        <a:spcAft>
          <a:spcPct val="0"/>
        </a:spcAft>
        <a:defRPr sz="8800">
          <a:solidFill>
            <a:schemeClr val="tx1"/>
          </a:solidFill>
          <a:latin typeface="Calibri" panose="020F0502020204030204" pitchFamily="34" charset="0"/>
          <a:ea typeface="宋体" pitchFamily="2" charset="-122"/>
        </a:defRPr>
      </a:lvl6pPr>
      <a:lvl7pPr marL="1828800" algn="ctr" rtl="0" fontAlgn="base">
        <a:spcBef>
          <a:spcPct val="0"/>
        </a:spcBef>
        <a:spcAft>
          <a:spcPct val="0"/>
        </a:spcAft>
        <a:defRPr sz="8800">
          <a:solidFill>
            <a:schemeClr val="tx1"/>
          </a:solidFill>
          <a:latin typeface="Calibri" panose="020F0502020204030204" pitchFamily="34" charset="0"/>
          <a:ea typeface="宋体" pitchFamily="2" charset="-122"/>
        </a:defRPr>
      </a:lvl7pPr>
      <a:lvl8pPr marL="2743200" algn="ctr" rtl="0" fontAlgn="base">
        <a:spcBef>
          <a:spcPct val="0"/>
        </a:spcBef>
        <a:spcAft>
          <a:spcPct val="0"/>
        </a:spcAft>
        <a:defRPr sz="8800">
          <a:solidFill>
            <a:schemeClr val="tx1"/>
          </a:solidFill>
          <a:latin typeface="Calibri" panose="020F0502020204030204" pitchFamily="34" charset="0"/>
          <a:ea typeface="宋体" pitchFamily="2" charset="-122"/>
        </a:defRPr>
      </a:lvl8pPr>
      <a:lvl9pPr marL="3657600" algn="ctr" rtl="0" fontAlgn="base">
        <a:spcBef>
          <a:spcPct val="0"/>
        </a:spcBef>
        <a:spcAft>
          <a:spcPct val="0"/>
        </a:spcAft>
        <a:defRPr sz="8800">
          <a:solidFill>
            <a:schemeClr val="tx1"/>
          </a:solidFill>
          <a:latin typeface="Calibri" panose="020F0502020204030204" pitchFamily="34" charset="0"/>
          <a:ea typeface="宋体" pitchFamily="2" charset="-122"/>
        </a:defRPr>
      </a:lvl9pPr>
    </p:titleStyle>
    <p:bodyStyle>
      <a:lvl1pPr marL="685800" indent="-685800" algn="l" rtl="0" eaLnBrk="0" fontAlgn="base" hangingPunct="0">
        <a:spcBef>
          <a:spcPct val="20000"/>
        </a:spcBef>
        <a:spcAft>
          <a:spcPct val="0"/>
        </a:spcAft>
        <a:buFont typeface="Arial" panose="020B0604020202020204" pitchFamily="34" charset="0"/>
        <a:buChar char="•"/>
        <a:defRPr sz="6400" kern="1200">
          <a:solidFill>
            <a:schemeClr val="tx1"/>
          </a:solidFill>
          <a:latin typeface="+mn-lt"/>
          <a:ea typeface="+mn-ea"/>
          <a:cs typeface="+mn-cs"/>
        </a:defRPr>
      </a:lvl1pPr>
      <a:lvl2pPr marL="1485900" indent="-571500" algn="l" rtl="0" eaLnBrk="0" fontAlgn="base" hangingPunct="0">
        <a:spcBef>
          <a:spcPct val="20000"/>
        </a:spcBef>
        <a:spcAft>
          <a:spcPct val="0"/>
        </a:spcAft>
        <a:buFont typeface="Arial" panose="020B0604020202020204" pitchFamily="34" charset="0"/>
        <a:buChar char="–"/>
        <a:defRPr sz="5600" kern="1200">
          <a:solidFill>
            <a:schemeClr val="tx1"/>
          </a:solidFill>
          <a:latin typeface="+mn-lt"/>
          <a:ea typeface="+mn-ea"/>
          <a:cs typeface="+mn-cs"/>
        </a:defRPr>
      </a:lvl2pPr>
      <a:lvl3pPr marL="2286000" indent="-457200" algn="l" rtl="0" eaLnBrk="0" fontAlgn="base" hangingPunct="0">
        <a:spcBef>
          <a:spcPct val="20000"/>
        </a:spcBef>
        <a:spcAft>
          <a:spcPct val="0"/>
        </a:spcAft>
        <a:buFont typeface="Arial" panose="020B0604020202020204" pitchFamily="34" charset="0"/>
        <a:buChar char="•"/>
        <a:defRPr sz="4800" kern="1200">
          <a:solidFill>
            <a:schemeClr val="tx1"/>
          </a:solidFill>
          <a:latin typeface="+mn-lt"/>
          <a:ea typeface="+mn-ea"/>
          <a:cs typeface="+mn-cs"/>
        </a:defRPr>
      </a:lvl3pPr>
      <a:lvl4pPr marL="3200400" indent="-45720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4pPr>
      <a:lvl5pPr marL="4114800" indent="-457200" algn="l" rtl="0" eaLnBrk="0" fontAlgn="base" hangingPunct="0">
        <a:spcBef>
          <a:spcPct val="20000"/>
        </a:spcBef>
        <a:spcAft>
          <a:spcPct val="0"/>
        </a:spcAft>
        <a:buFont typeface="Arial" panose="020B0604020202020204" pitchFamily="34" charset="0"/>
        <a:buChar char="»"/>
        <a:defRPr sz="4000" kern="1200">
          <a:solidFill>
            <a:schemeClr val="tx1"/>
          </a:solidFill>
          <a:latin typeface="+mn-lt"/>
          <a:ea typeface="+mn-ea"/>
          <a:cs typeface="+mn-cs"/>
        </a:defRPr>
      </a:lvl5pPr>
      <a:lvl6pPr marL="5029200" indent="-457200" algn="l" defTabSz="1828800" rtl="0" eaLnBrk="1" latinLnBrk="0" hangingPunct="1">
        <a:spcBef>
          <a:spcPct val="20000"/>
        </a:spcBef>
        <a:buFont typeface="Arial" panose="020B0604020202020204" pitchFamily="34" charset="0"/>
        <a:buChar char="•"/>
        <a:defRPr sz="4000" kern="1200">
          <a:solidFill>
            <a:schemeClr val="tx1"/>
          </a:solidFill>
          <a:latin typeface="+mn-lt"/>
          <a:ea typeface="+mn-ea"/>
          <a:cs typeface="+mn-cs"/>
        </a:defRPr>
      </a:lvl6pPr>
      <a:lvl7pPr marL="5942965" indent="-457200" algn="l" defTabSz="1828800" rtl="0" eaLnBrk="1" latinLnBrk="0" hangingPunct="1">
        <a:spcBef>
          <a:spcPct val="20000"/>
        </a:spcBef>
        <a:buFont typeface="Arial" panose="020B0604020202020204" pitchFamily="34" charset="0"/>
        <a:buChar char="•"/>
        <a:defRPr sz="4000" kern="1200">
          <a:solidFill>
            <a:schemeClr val="tx1"/>
          </a:solidFill>
          <a:latin typeface="+mn-lt"/>
          <a:ea typeface="+mn-ea"/>
          <a:cs typeface="+mn-cs"/>
        </a:defRPr>
      </a:lvl7pPr>
      <a:lvl8pPr marL="6857365" indent="-457200" algn="l" defTabSz="1828800" rtl="0" eaLnBrk="1" latinLnBrk="0" hangingPunct="1">
        <a:spcBef>
          <a:spcPct val="20000"/>
        </a:spcBef>
        <a:buFont typeface="Arial" panose="020B0604020202020204" pitchFamily="34" charset="0"/>
        <a:buChar char="•"/>
        <a:defRPr sz="4000" kern="1200">
          <a:solidFill>
            <a:schemeClr val="tx1"/>
          </a:solidFill>
          <a:latin typeface="+mn-lt"/>
          <a:ea typeface="+mn-ea"/>
          <a:cs typeface="+mn-cs"/>
        </a:defRPr>
      </a:lvl8pPr>
      <a:lvl9pPr marL="7771765" indent="-457200" algn="l" defTabSz="1828800" rtl="0" eaLnBrk="1" latinLnBrk="0" hangingPunct="1">
        <a:spcBef>
          <a:spcPct val="20000"/>
        </a:spcBef>
        <a:buFont typeface="Arial" panose="020B0604020202020204" pitchFamily="34" charset="0"/>
        <a:buChar char="•"/>
        <a:defRPr sz="40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5765" algn="l" defTabSz="1828800" rtl="0" eaLnBrk="1" latinLnBrk="0" hangingPunct="1">
        <a:defRPr sz="3600" kern="1200">
          <a:solidFill>
            <a:schemeClr val="tx1"/>
          </a:solidFill>
          <a:latin typeface="+mn-lt"/>
          <a:ea typeface="+mn-ea"/>
          <a:cs typeface="+mn-cs"/>
        </a:defRPr>
      </a:lvl7pPr>
      <a:lvl8pPr marL="6400165" algn="l" defTabSz="1828800" rtl="0" eaLnBrk="1" latinLnBrk="0" hangingPunct="1">
        <a:defRPr sz="3600" kern="1200">
          <a:solidFill>
            <a:schemeClr val="tx1"/>
          </a:solidFill>
          <a:latin typeface="+mn-lt"/>
          <a:ea typeface="+mn-ea"/>
          <a:cs typeface="+mn-cs"/>
        </a:defRPr>
      </a:lvl8pPr>
      <a:lvl9pPr marL="7314565"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267C956E-954C-4424-AFF9-FAA67610D47B}" type="datetimeFigureOut">
              <a:rPr lang="zh-CN" altLang="en-US" smtClean="0"/>
              <a:t>2025/9/28</a:t>
            </a:fld>
            <a:endParaRPr lang="zh-CN" altLang="en-US"/>
          </a:p>
        </p:txBody>
      </p:sp>
      <p:sp>
        <p:nvSpPr>
          <p:cNvPr id="5" name="页脚占位符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C7D8E0CE-C8BD-466C-9E19-7160FE3F9F8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4" r:id="rId12"/>
  </p:sldLayoutIdLst>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3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765"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165" algn="l" defTabSz="1828800" rtl="0" eaLnBrk="1" latinLnBrk="0" hangingPunct="1">
        <a:defRPr sz="3600" kern="1200">
          <a:solidFill>
            <a:schemeClr val="tx1"/>
          </a:solidFill>
          <a:latin typeface="+mn-lt"/>
          <a:ea typeface="+mn-ea"/>
          <a:cs typeface="+mn-cs"/>
        </a:defRPr>
      </a:lvl8pPr>
      <a:lvl9pPr marL="7314565"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ri.feishu.cn/sheets/IQWLsWM5xhS4MwtoXXAcYxcvnrh"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hyperlink" Target="https://jira.ecarxgroup.com/projects/DHU302G" TargetMode="External"/><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hyperlink" Target="https://ecarxgroup.feishu.cn/wiki/UV0pwlQyvilKxmkAlr7cK3oYnee" TargetMode="External"/><Relationship Id="rId4" Type="http://schemas.openxmlformats.org/officeDocument/2006/relationships/hyperlink" Target="https://ecarxgroup.feishu.cn/wiki/Nbj5w4QoMiY72yk4Bu0cKGo5ngd"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13.png"/><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29653" y="3323600"/>
            <a:ext cx="22173009" cy="2591094"/>
          </a:xfrm>
        </p:spPr>
        <p:txBody>
          <a:bodyPr/>
          <a:lstStyle/>
          <a:p>
            <a:r>
              <a:rPr lang="en-US" altLang="zh-CN" dirty="0"/>
              <a:t>Galata</a:t>
            </a:r>
            <a:r>
              <a:rPr lang="zh-CN" altLang="en-US" dirty="0"/>
              <a:t>项目启动会</a:t>
            </a:r>
          </a:p>
        </p:txBody>
      </p:sp>
      <p:sp>
        <p:nvSpPr>
          <p:cNvPr id="3" name="文本占位符 2"/>
          <p:cNvSpPr>
            <a:spLocks noGrp="1"/>
          </p:cNvSpPr>
          <p:nvPr>
            <p:ph type="body" sz="quarter" idx="13"/>
          </p:nvPr>
        </p:nvSpPr>
        <p:spPr>
          <a:xfrm>
            <a:off x="1685635" y="7526685"/>
            <a:ext cx="4597400" cy="1052195"/>
          </a:xfrm>
        </p:spPr>
        <p:txBody>
          <a:bodyPr/>
          <a:lstStyle/>
          <a:p>
            <a:endParaRPr lang="en-US" altLang="zh-CN" dirty="0"/>
          </a:p>
          <a:p>
            <a:r>
              <a:rPr lang="en-US" altLang="zh-CN" dirty="0"/>
              <a:t>2025/9</a:t>
            </a:r>
          </a:p>
        </p:txBody>
      </p:sp>
      <p:sp>
        <p:nvSpPr>
          <p:cNvPr id="4" name="EayslinkWatermark"/>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5414" y="2597424"/>
            <a:ext cx="12019723" cy="9157253"/>
          </a:xfrm>
        </p:spPr>
        <p:txBody>
          <a:bodyPr/>
          <a:lstStyle/>
          <a:p>
            <a:r>
              <a:rPr lang="en-US" altLang="zh-CN" b="1" dirty="0">
                <a:latin typeface="微软雅黑" charset="0"/>
                <a:ea typeface="微软雅黑" charset="0"/>
                <a:cs typeface="微软雅黑" charset="0"/>
                <a:sym typeface="+mn-ea"/>
              </a:rPr>
              <a:t>1 </a:t>
            </a:r>
            <a:r>
              <a:rPr lang="zh-CN" altLang="en-US" b="1" dirty="0">
                <a:latin typeface="微软雅黑" charset="0"/>
                <a:ea typeface="微软雅黑" charset="0"/>
                <a:cs typeface="微软雅黑" charset="0"/>
                <a:sym typeface="+mn-ea"/>
              </a:rPr>
              <a:t>项目背景</a:t>
            </a:r>
            <a:br>
              <a:rPr lang="en-US" altLang="zh-CN" b="1" dirty="0">
                <a:latin typeface="微软雅黑" charset="0"/>
                <a:ea typeface="微软雅黑" charset="0"/>
                <a:cs typeface="微软雅黑" charset="0"/>
                <a:sym typeface="+mn-ea"/>
              </a:rPr>
            </a:br>
            <a:r>
              <a:rPr lang="en-US" altLang="zh-CN" b="1" dirty="0">
                <a:latin typeface="微软雅黑" charset="0"/>
                <a:ea typeface="微软雅黑" charset="0"/>
                <a:cs typeface="微软雅黑" charset="0"/>
                <a:sym typeface="+mn-ea"/>
              </a:rPr>
              <a:t>2 </a:t>
            </a:r>
            <a:r>
              <a:rPr lang="zh-CN" altLang="en-US" b="1" dirty="0">
                <a:latin typeface="微软雅黑" charset="0"/>
                <a:ea typeface="微软雅黑" charset="0"/>
                <a:cs typeface="微软雅黑" charset="0"/>
                <a:sym typeface="+mn-ea"/>
              </a:rPr>
              <a:t>项目范围</a:t>
            </a:r>
            <a:br>
              <a:rPr lang="en-US" altLang="zh-CN" b="1" dirty="0">
                <a:latin typeface="微软雅黑" charset="0"/>
                <a:ea typeface="微软雅黑" charset="0"/>
                <a:cs typeface="微软雅黑" charset="0"/>
                <a:sym typeface="+mn-ea"/>
              </a:rPr>
            </a:br>
            <a:r>
              <a:rPr lang="en-US" altLang="zh-CN" b="1" dirty="0">
                <a:latin typeface="微软雅黑" charset="0"/>
                <a:ea typeface="微软雅黑" charset="0"/>
                <a:cs typeface="微软雅黑" charset="0"/>
                <a:sym typeface="+mn-ea"/>
              </a:rPr>
              <a:t>3 </a:t>
            </a:r>
            <a:r>
              <a:rPr lang="zh-CN" altLang="en-US" b="1" dirty="0">
                <a:latin typeface="微软雅黑" charset="0"/>
                <a:ea typeface="微软雅黑" charset="0"/>
                <a:cs typeface="微软雅黑" charset="0"/>
                <a:sym typeface="+mn-ea"/>
              </a:rPr>
              <a:t>立项信息</a:t>
            </a:r>
            <a:br>
              <a:rPr lang="en-US" altLang="zh-CN" b="1" dirty="0">
                <a:latin typeface="微软雅黑" charset="0"/>
                <a:ea typeface="微软雅黑" charset="0"/>
                <a:cs typeface="微软雅黑" charset="0"/>
                <a:sym typeface="+mn-ea"/>
              </a:rPr>
            </a:br>
            <a:r>
              <a:rPr lang="en-US" altLang="zh-CN" b="1" dirty="0">
                <a:latin typeface="微软雅黑" charset="0"/>
                <a:ea typeface="微软雅黑" charset="0"/>
                <a:cs typeface="微软雅黑" charset="0"/>
                <a:sym typeface="+mn-ea"/>
              </a:rPr>
              <a:t>4 </a:t>
            </a:r>
            <a:r>
              <a:rPr lang="zh-CN" altLang="en-US" b="1" dirty="0">
                <a:latin typeface="微软雅黑" charset="0"/>
                <a:ea typeface="微软雅黑" charset="0"/>
                <a:cs typeface="微软雅黑" charset="0"/>
                <a:sym typeface="+mn-ea"/>
              </a:rPr>
              <a:t>项目团队</a:t>
            </a:r>
            <a:br>
              <a:rPr lang="en-US" altLang="zh-CN" b="1" dirty="0">
                <a:latin typeface="微软雅黑" charset="0"/>
                <a:ea typeface="微软雅黑" charset="0"/>
                <a:cs typeface="微软雅黑" charset="0"/>
                <a:sym typeface="+mn-ea"/>
              </a:rPr>
            </a:br>
            <a:r>
              <a:rPr lang="en-US" altLang="zh-CN" b="1" dirty="0">
                <a:latin typeface="微软雅黑" charset="0"/>
                <a:ea typeface="微软雅黑" charset="0"/>
                <a:cs typeface="微软雅黑" charset="0"/>
                <a:sym typeface="+mn-ea"/>
              </a:rPr>
              <a:t>5 </a:t>
            </a:r>
            <a:r>
              <a:rPr lang="zh-CN" altLang="en-US" b="1" dirty="0">
                <a:latin typeface="微软雅黑" charset="0"/>
                <a:ea typeface="微软雅黑" charset="0"/>
                <a:cs typeface="微软雅黑" charset="0"/>
                <a:sym typeface="+mn-ea"/>
              </a:rPr>
              <a:t>项目开发计划</a:t>
            </a:r>
            <a:br>
              <a:rPr lang="en-US" altLang="zh-CN" b="1" dirty="0">
                <a:latin typeface="微软雅黑" charset="0"/>
                <a:ea typeface="微软雅黑" charset="0"/>
                <a:cs typeface="微软雅黑" charset="0"/>
                <a:sym typeface="+mn-ea"/>
              </a:rPr>
            </a:br>
            <a:r>
              <a:rPr lang="en-US" altLang="zh-CN" b="1" dirty="0">
                <a:latin typeface="微软雅黑" charset="0"/>
                <a:ea typeface="微软雅黑" charset="0"/>
                <a:cs typeface="微软雅黑" charset="0"/>
                <a:sym typeface="+mn-ea"/>
              </a:rPr>
              <a:t>6 </a:t>
            </a:r>
            <a:r>
              <a:rPr lang="zh-CN" altLang="en-US" b="1" dirty="0">
                <a:latin typeface="微软雅黑" charset="0"/>
                <a:ea typeface="微软雅黑" charset="0"/>
                <a:cs typeface="微软雅黑" charset="0"/>
                <a:sym typeface="+mn-ea"/>
              </a:rPr>
              <a:t>项目会议</a:t>
            </a:r>
            <a:r>
              <a:rPr lang="en-US" altLang="zh-CN" b="1" dirty="0">
                <a:latin typeface="微软雅黑" charset="0"/>
                <a:ea typeface="微软雅黑" charset="0"/>
                <a:cs typeface="微软雅黑" charset="0"/>
                <a:sym typeface="+mn-ea"/>
              </a:rPr>
              <a:t>&amp;</a:t>
            </a:r>
            <a:r>
              <a:rPr lang="zh-CN" altLang="en-US" b="1" dirty="0">
                <a:latin typeface="微软雅黑" charset="0"/>
                <a:ea typeface="微软雅黑" charset="0"/>
                <a:cs typeface="微软雅黑" charset="0"/>
                <a:sym typeface="+mn-ea"/>
              </a:rPr>
              <a:t>升级机制</a:t>
            </a:r>
            <a:br>
              <a:rPr lang="en-US" altLang="zh-CN" b="1" dirty="0">
                <a:latin typeface="微软雅黑" charset="0"/>
                <a:ea typeface="微软雅黑" charset="0"/>
                <a:cs typeface="微软雅黑" charset="0"/>
                <a:sym typeface="+mn-ea"/>
              </a:rPr>
            </a:br>
            <a:r>
              <a:rPr lang="en-US" altLang="zh-CN" b="1" dirty="0">
                <a:latin typeface="微软雅黑" charset="0"/>
                <a:ea typeface="微软雅黑" charset="0"/>
                <a:cs typeface="微软雅黑" charset="0"/>
                <a:sym typeface="+mn-ea"/>
              </a:rPr>
              <a:t>7 </a:t>
            </a:r>
            <a:r>
              <a:rPr lang="zh-CN" altLang="en-US" b="1" dirty="0">
                <a:latin typeface="微软雅黑" charset="0"/>
                <a:ea typeface="微软雅黑" charset="0"/>
                <a:cs typeface="微软雅黑" charset="0"/>
                <a:sym typeface="+mn-ea"/>
              </a:rPr>
              <a:t>近期重点工作</a:t>
            </a:r>
            <a:br>
              <a:rPr lang="en-US" altLang="zh-CN" b="1" dirty="0">
                <a:latin typeface="微软雅黑" charset="0"/>
                <a:ea typeface="微软雅黑" charset="0"/>
                <a:cs typeface="微软雅黑" charset="0"/>
                <a:sym typeface="+mn-ea"/>
              </a:rPr>
            </a:br>
            <a:br>
              <a:rPr lang="en-US" altLang="zh-CN" b="1" dirty="0">
                <a:latin typeface="微软雅黑" charset="0"/>
                <a:ea typeface="微软雅黑" charset="0"/>
                <a:cs typeface="微软雅黑" charset="0"/>
                <a:sym typeface="+mn-ea"/>
              </a:rPr>
            </a:br>
            <a:endParaRPr lang="zh-CN" altLang="en-US" b="1" dirty="0">
              <a:latin typeface="微软雅黑" charset="0"/>
              <a:ea typeface="微软雅黑" charset="0"/>
              <a:cs typeface="微软雅黑" charset="0"/>
              <a:sym typeface="+mn-ea"/>
            </a:endParaRPr>
          </a:p>
        </p:txBody>
      </p:sp>
      <p:sp>
        <p:nvSpPr>
          <p:cNvPr id="3" name="文本占位符 2"/>
          <p:cNvSpPr>
            <a:spLocks noGrp="1"/>
          </p:cNvSpPr>
          <p:nvPr>
            <p:ph type="body" sz="quarter" idx="11"/>
          </p:nvPr>
        </p:nvSpPr>
        <p:spPr>
          <a:xfrm>
            <a:off x="2429770" y="3718280"/>
            <a:ext cx="3971029" cy="4063848"/>
          </a:xfrm>
        </p:spPr>
        <p:txBody>
          <a:bodyPr/>
          <a:lstStyle/>
          <a:p>
            <a:r>
              <a:rPr lang="zh-CN" altLang="en-US" sz="12000" dirty="0"/>
              <a:t>目录</a:t>
            </a:r>
            <a:endParaRPr lang="en-US" altLang="zh-CN" sz="12000" dirty="0"/>
          </a:p>
        </p:txBody>
      </p:sp>
      <p:sp>
        <p:nvSpPr>
          <p:cNvPr id="4" name="EayslinkWatermark"/>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5669F-FF57-CF51-F52A-64029E90414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B44181-BCD7-27F2-DB5F-8C579F3420BA}"/>
              </a:ext>
            </a:extLst>
          </p:cNvPr>
          <p:cNvSpPr>
            <a:spLocks noGrp="1"/>
          </p:cNvSpPr>
          <p:nvPr>
            <p:ph type="title"/>
          </p:nvPr>
        </p:nvSpPr>
        <p:spPr>
          <a:xfrm>
            <a:off x="1403639" y="1191850"/>
            <a:ext cx="21029831" cy="1013790"/>
          </a:xfrm>
        </p:spPr>
        <p:txBody>
          <a:bodyPr/>
          <a:lstStyle/>
          <a:p>
            <a:r>
              <a:rPr lang="en-US" altLang="zh-CN" dirty="0"/>
              <a:t>1 </a:t>
            </a:r>
            <a:r>
              <a:rPr lang="zh-CN" altLang="en-US" dirty="0"/>
              <a:t>项目背景</a:t>
            </a:r>
          </a:p>
        </p:txBody>
      </p:sp>
      <p:sp>
        <p:nvSpPr>
          <p:cNvPr id="4" name="EayslinkWatermark">
            <a:extLst>
              <a:ext uri="{FF2B5EF4-FFF2-40B4-BE49-F238E27FC236}">
                <a16:creationId xmlns:a16="http://schemas.microsoft.com/office/drawing/2014/main" id="{66E14F2E-E904-0297-100B-5F62D0376869}"/>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图片 10">
            <a:extLst>
              <a:ext uri="{FF2B5EF4-FFF2-40B4-BE49-F238E27FC236}">
                <a16:creationId xmlns:a16="http://schemas.microsoft.com/office/drawing/2014/main" id="{B10DA8BA-DFCF-A860-242C-8A39AE650D0D}"/>
              </a:ext>
            </a:extLst>
          </p:cNvPr>
          <p:cNvPicPr>
            <a:picLocks noChangeAspect="1"/>
          </p:cNvPicPr>
          <p:nvPr/>
        </p:nvPicPr>
        <p:blipFill>
          <a:blip r:embed="rId3"/>
          <a:stretch>
            <a:fillRect/>
          </a:stretch>
        </p:blipFill>
        <p:spPr>
          <a:xfrm>
            <a:off x="2517399" y="2678526"/>
            <a:ext cx="19347614" cy="9241331"/>
          </a:xfrm>
          <a:prstGeom prst="rect">
            <a:avLst/>
          </a:prstGeom>
        </p:spPr>
      </p:pic>
    </p:spTree>
    <p:extLst>
      <p:ext uri="{BB962C8B-B14F-4D97-AF65-F5344CB8AC3E}">
        <p14:creationId xmlns:p14="http://schemas.microsoft.com/office/powerpoint/2010/main" val="52757077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31FBE-42FE-457D-8C8D-A43640811F1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4D45A7-0DAD-8C5E-3D75-E98E4B6B86E4}"/>
              </a:ext>
            </a:extLst>
          </p:cNvPr>
          <p:cNvSpPr>
            <a:spLocks noGrp="1"/>
          </p:cNvSpPr>
          <p:nvPr>
            <p:ph type="title"/>
          </p:nvPr>
        </p:nvSpPr>
        <p:spPr>
          <a:xfrm>
            <a:off x="1403639" y="1191850"/>
            <a:ext cx="21029831" cy="1013790"/>
          </a:xfrm>
        </p:spPr>
        <p:txBody>
          <a:bodyPr/>
          <a:lstStyle/>
          <a:p>
            <a:r>
              <a:rPr lang="en-US" altLang="zh-CN" dirty="0"/>
              <a:t>1 </a:t>
            </a:r>
            <a:r>
              <a:rPr lang="zh-CN" altLang="en-US" dirty="0"/>
              <a:t>项目背景</a:t>
            </a:r>
          </a:p>
        </p:txBody>
      </p:sp>
      <p:sp>
        <p:nvSpPr>
          <p:cNvPr id="4" name="EayslinkWatermark">
            <a:extLst>
              <a:ext uri="{FF2B5EF4-FFF2-40B4-BE49-F238E27FC236}">
                <a16:creationId xmlns:a16="http://schemas.microsoft.com/office/drawing/2014/main" id="{3A6A3545-2F87-2640-D7C4-CD987865516E}"/>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图片 12">
            <a:extLst>
              <a:ext uri="{FF2B5EF4-FFF2-40B4-BE49-F238E27FC236}">
                <a16:creationId xmlns:a16="http://schemas.microsoft.com/office/drawing/2014/main" id="{9F9E9CD0-0A2C-2096-167E-09ABE8FC4BCA}"/>
              </a:ext>
            </a:extLst>
          </p:cNvPr>
          <p:cNvPicPr>
            <a:picLocks noChangeAspect="1"/>
          </p:cNvPicPr>
          <p:nvPr/>
        </p:nvPicPr>
        <p:blipFill>
          <a:blip r:embed="rId3"/>
          <a:stretch>
            <a:fillRect/>
          </a:stretch>
        </p:blipFill>
        <p:spPr>
          <a:xfrm>
            <a:off x="2972124" y="2508449"/>
            <a:ext cx="17716175" cy="9568920"/>
          </a:xfrm>
          <a:prstGeom prst="rect">
            <a:avLst/>
          </a:prstGeom>
        </p:spPr>
      </p:pic>
    </p:spTree>
    <p:extLst>
      <p:ext uri="{BB962C8B-B14F-4D97-AF65-F5344CB8AC3E}">
        <p14:creationId xmlns:p14="http://schemas.microsoft.com/office/powerpoint/2010/main" val="344535805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1F18-7CA6-78BB-25FD-6E77DEFE09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E2B761-06A0-E4AE-7B8F-CB5CB651D54F}"/>
              </a:ext>
            </a:extLst>
          </p:cNvPr>
          <p:cNvSpPr>
            <a:spLocks noGrp="1"/>
          </p:cNvSpPr>
          <p:nvPr>
            <p:ph type="title"/>
          </p:nvPr>
        </p:nvSpPr>
        <p:spPr>
          <a:xfrm>
            <a:off x="1403639" y="1191850"/>
            <a:ext cx="21029831" cy="1013790"/>
          </a:xfrm>
        </p:spPr>
        <p:txBody>
          <a:bodyPr/>
          <a:lstStyle/>
          <a:p>
            <a:r>
              <a:rPr lang="en-US" altLang="zh-CN" dirty="0"/>
              <a:t>2 Galata</a:t>
            </a:r>
            <a:r>
              <a:rPr lang="zh-CN" altLang="en-US" dirty="0"/>
              <a:t>新增开发适配范围</a:t>
            </a:r>
            <a:r>
              <a:rPr lang="en-US" altLang="zh-CN" dirty="0"/>
              <a:t>——Base DX11 EU</a:t>
            </a:r>
            <a:endParaRPr lang="zh-CN" altLang="en-US" dirty="0"/>
          </a:p>
        </p:txBody>
      </p:sp>
      <p:sp>
        <p:nvSpPr>
          <p:cNvPr id="4" name="EayslinkWatermark">
            <a:extLst>
              <a:ext uri="{FF2B5EF4-FFF2-40B4-BE49-F238E27FC236}">
                <a16:creationId xmlns:a16="http://schemas.microsoft.com/office/drawing/2014/main" id="{B11D1F29-DD87-71C8-3683-A3A50432982C}"/>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6" name="表格 5">
            <a:extLst>
              <a:ext uri="{FF2B5EF4-FFF2-40B4-BE49-F238E27FC236}">
                <a16:creationId xmlns:a16="http://schemas.microsoft.com/office/drawing/2014/main" id="{7B3AD8D1-DBF3-5671-64DE-8E2C608F6915}"/>
              </a:ext>
            </a:extLst>
          </p:cNvPr>
          <p:cNvGraphicFramePr>
            <a:graphicFrameLocks noGrp="1"/>
          </p:cNvGraphicFramePr>
          <p:nvPr>
            <p:extLst>
              <p:ext uri="{D42A27DB-BD31-4B8C-83A1-F6EECF244321}">
                <p14:modId xmlns:p14="http://schemas.microsoft.com/office/powerpoint/2010/main" val="3404622128"/>
              </p:ext>
            </p:extLst>
          </p:nvPr>
        </p:nvGraphicFramePr>
        <p:xfrm>
          <a:off x="2942581" y="2036706"/>
          <a:ext cx="17549776" cy="11259596"/>
        </p:xfrm>
        <a:graphic>
          <a:graphicData uri="http://schemas.openxmlformats.org/drawingml/2006/table">
            <a:tbl>
              <a:tblPr/>
              <a:tblGrid>
                <a:gridCol w="879978">
                  <a:extLst>
                    <a:ext uri="{9D8B030D-6E8A-4147-A177-3AD203B41FA5}">
                      <a16:colId xmlns:a16="http://schemas.microsoft.com/office/drawing/2014/main" val="2897084521"/>
                    </a:ext>
                  </a:extLst>
                </a:gridCol>
                <a:gridCol w="4590577">
                  <a:extLst>
                    <a:ext uri="{9D8B030D-6E8A-4147-A177-3AD203B41FA5}">
                      <a16:colId xmlns:a16="http://schemas.microsoft.com/office/drawing/2014/main" val="2744582527"/>
                    </a:ext>
                  </a:extLst>
                </a:gridCol>
                <a:gridCol w="12079221">
                  <a:extLst>
                    <a:ext uri="{9D8B030D-6E8A-4147-A177-3AD203B41FA5}">
                      <a16:colId xmlns:a16="http://schemas.microsoft.com/office/drawing/2014/main" val="2952526796"/>
                    </a:ext>
                  </a:extLst>
                </a:gridCol>
              </a:tblGrid>
              <a:tr h="687615">
                <a:tc>
                  <a:txBody>
                    <a:bodyPr/>
                    <a:lstStyle/>
                    <a:p>
                      <a:pPr algn="ctr" fontAlgn="ctr" latinLnBrk="0"/>
                      <a:r>
                        <a:rPr lang="en-US" altLang="zh-CN" sz="1600" b="0" i="0" dirty="0">
                          <a:solidFill>
                            <a:srgbClr val="333F48"/>
                          </a:solidFill>
                          <a:effectLst/>
                        </a:rPr>
                        <a:t>1</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333F48"/>
                          </a:solidFill>
                          <a:effectLst/>
                        </a:rPr>
                        <a:t>硬件</a:t>
                      </a:r>
                      <a:endParaRPr lang="en-US" sz="1600" b="0" i="0" dirty="0">
                        <a:solidFill>
                          <a:srgbClr val="333F48"/>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828800" rtl="0" eaLnBrk="1" fontAlgn="ctr" latinLnBrk="0" hangingPunct="1">
                        <a:lnSpc>
                          <a:spcPct val="100000"/>
                        </a:lnSpc>
                        <a:spcBef>
                          <a:spcPts val="0"/>
                        </a:spcBef>
                        <a:spcAft>
                          <a:spcPts val="0"/>
                        </a:spcAft>
                        <a:buClrTx/>
                        <a:buSzTx/>
                        <a:buFontTx/>
                        <a:buNone/>
                        <a:tabLst/>
                        <a:defRPr/>
                      </a:pPr>
                      <a:r>
                        <a:rPr lang="zh-CN" altLang="en-US" sz="1600" b="0" i="0" dirty="0">
                          <a:solidFill>
                            <a:srgbClr val="000000"/>
                          </a:solidFill>
                          <a:effectLst/>
                        </a:rPr>
                        <a:t>完全延用</a:t>
                      </a:r>
                      <a:r>
                        <a:rPr lang="en-US" altLang="zh-CN" sz="1600" b="0" i="0" dirty="0">
                          <a:solidFill>
                            <a:srgbClr val="000000"/>
                          </a:solidFill>
                          <a:effectLst/>
                        </a:rPr>
                        <a:t>DX11 EU  8155 DHU</a:t>
                      </a:r>
                      <a:r>
                        <a:rPr lang="zh-CN" altLang="en-US" sz="1600" b="0" i="0" dirty="0">
                          <a:solidFill>
                            <a:srgbClr val="000000"/>
                          </a:solidFill>
                          <a:effectLst/>
                        </a:rPr>
                        <a:t>硬件和支架，伟世通生产，按照最新试验标准增加</a:t>
                      </a:r>
                      <a:r>
                        <a:rPr lang="zh-CN" altLang="en-US" sz="1600" dirty="0">
                          <a:effectLst/>
                        </a:rPr>
                        <a:t>结露试验 冷凝水试验，其他试验结果视同；</a:t>
                      </a:r>
                      <a:endParaRPr lang="zh-CN" altLang="en-US" sz="1600" dirty="0"/>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817631"/>
                  </a:ext>
                </a:extLst>
              </a:tr>
              <a:tr h="687615">
                <a:tc>
                  <a:txBody>
                    <a:bodyPr/>
                    <a:lstStyle/>
                    <a:p>
                      <a:pPr algn="ctr" fontAlgn="ctr" latinLnBrk="0"/>
                      <a:r>
                        <a:rPr lang="en-US" altLang="zh-CN" sz="1600" b="0" i="0" dirty="0">
                          <a:solidFill>
                            <a:srgbClr val="333F48"/>
                          </a:solidFill>
                          <a:effectLst/>
                        </a:rPr>
                        <a:t>2</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333F48"/>
                          </a:solidFill>
                          <a:effectLst/>
                        </a:rPr>
                        <a:t>文言</a:t>
                      </a:r>
                      <a:endParaRPr lang="en-US" sz="1600" b="0" i="0" dirty="0">
                        <a:solidFill>
                          <a:srgbClr val="333F48"/>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新增</a:t>
                      </a:r>
                      <a:r>
                        <a:rPr lang="en-US" altLang="zh-CN" sz="1600" b="0" i="0" dirty="0">
                          <a:solidFill>
                            <a:srgbClr val="000000"/>
                          </a:solidFill>
                          <a:effectLst/>
                        </a:rPr>
                        <a:t>1</a:t>
                      </a:r>
                      <a:r>
                        <a:rPr lang="zh-CN" altLang="en-US" sz="1600" b="0" i="0" dirty="0">
                          <a:solidFill>
                            <a:srgbClr val="000000"/>
                          </a:solidFill>
                          <a:effectLst/>
                        </a:rPr>
                        <a:t>种文言：土耳其语（一共</a:t>
                      </a:r>
                      <a:r>
                        <a:rPr lang="en-US" altLang="zh-CN" sz="1600" b="0" i="0" dirty="0">
                          <a:solidFill>
                            <a:srgbClr val="000000"/>
                          </a:solidFill>
                          <a:effectLst/>
                        </a:rPr>
                        <a:t>8</a:t>
                      </a:r>
                      <a:r>
                        <a:rPr lang="zh-CN" altLang="en-US" sz="1600" b="0" i="0" dirty="0">
                          <a:solidFill>
                            <a:srgbClr val="000000"/>
                          </a:solidFill>
                          <a:effectLst/>
                        </a:rPr>
                        <a:t>种语言，</a:t>
                      </a:r>
                      <a:r>
                        <a:rPr lang="en-US" altLang="zh-CN" sz="1600" b="0" i="0" dirty="0">
                          <a:solidFill>
                            <a:srgbClr val="000000"/>
                          </a:solidFill>
                          <a:effectLst/>
                        </a:rPr>
                        <a:t>7</a:t>
                      </a:r>
                      <a:r>
                        <a:rPr lang="zh-CN" altLang="en-US" sz="1600" b="0" i="0" dirty="0">
                          <a:solidFill>
                            <a:srgbClr val="000000"/>
                          </a:solidFill>
                          <a:effectLst/>
                        </a:rPr>
                        <a:t>种在</a:t>
                      </a:r>
                      <a:r>
                        <a:rPr lang="en-US" altLang="zh-CN" sz="1600" b="0" i="0" dirty="0">
                          <a:solidFill>
                            <a:srgbClr val="000000"/>
                          </a:solidFill>
                          <a:effectLst/>
                        </a:rPr>
                        <a:t>DX11 EU</a:t>
                      </a:r>
                      <a:r>
                        <a:rPr lang="zh-CN" altLang="en-US" sz="1600" b="0" i="0" dirty="0">
                          <a:solidFill>
                            <a:srgbClr val="000000"/>
                          </a:solidFill>
                          <a:effectLst/>
                        </a:rPr>
                        <a:t>已经开发完毕或者开发中，文言由研究院提供）；</a:t>
                      </a: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9353467"/>
                  </a:ext>
                </a:extLst>
              </a:tr>
              <a:tr h="909551">
                <a:tc>
                  <a:txBody>
                    <a:bodyPr/>
                    <a:lstStyle/>
                    <a:p>
                      <a:pPr algn="ctr" fontAlgn="ctr" latinLnBrk="0"/>
                      <a:r>
                        <a:rPr lang="en-US" altLang="zh-CN" sz="1600" b="0" i="0" dirty="0">
                          <a:solidFill>
                            <a:srgbClr val="333F48"/>
                          </a:solidFill>
                          <a:effectLst/>
                        </a:rPr>
                        <a:t>3</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333F48"/>
                          </a:solidFill>
                          <a:effectLst/>
                        </a:rPr>
                        <a:t>HMI</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000000"/>
                          </a:solidFill>
                          <a:effectLst/>
                        </a:rPr>
                        <a:t>HMI：</a:t>
                      </a:r>
                      <a:r>
                        <a:rPr lang="zh-CN" altLang="en-US" sz="1600" b="0" i="0" dirty="0">
                          <a:solidFill>
                            <a:srgbClr val="000000"/>
                          </a:solidFill>
                          <a:effectLst/>
                        </a:rPr>
                        <a:t>只更换车模及其相关动画，其他</a:t>
                      </a:r>
                      <a:r>
                        <a:rPr lang="en-US" sz="1600" b="0" i="0" dirty="0">
                          <a:solidFill>
                            <a:srgbClr val="000000"/>
                          </a:solidFill>
                          <a:effectLst/>
                        </a:rPr>
                        <a:t>UI/UE</a:t>
                      </a:r>
                      <a:r>
                        <a:rPr lang="zh-CN" altLang="en-US" sz="1600" b="0" i="0" dirty="0">
                          <a:solidFill>
                            <a:srgbClr val="000000"/>
                          </a:solidFill>
                          <a:effectLst/>
                        </a:rPr>
                        <a:t>完全沿用 </a:t>
                      </a:r>
                      <a:r>
                        <a:rPr lang="en-US" sz="1600" b="0" i="0" dirty="0">
                          <a:solidFill>
                            <a:srgbClr val="000000"/>
                          </a:solidFill>
                          <a:effectLst/>
                        </a:rPr>
                        <a:t>DX11 EU，</a:t>
                      </a:r>
                      <a:r>
                        <a:rPr lang="zh-CN" altLang="en-US" sz="1600" b="0" i="0" dirty="0">
                          <a:solidFill>
                            <a:srgbClr val="000000"/>
                          </a:solidFill>
                          <a:effectLst/>
                        </a:rPr>
                        <a:t>如果有变更按照</a:t>
                      </a:r>
                      <a:r>
                        <a:rPr lang="en-US" sz="1600" b="0" i="0" dirty="0">
                          <a:solidFill>
                            <a:srgbClr val="000000"/>
                          </a:solidFill>
                          <a:effectLst/>
                        </a:rPr>
                        <a:t>PCR</a:t>
                      </a:r>
                      <a:r>
                        <a:rPr lang="zh-CN" altLang="en-US" sz="1600" b="0" i="0" dirty="0">
                          <a:solidFill>
                            <a:srgbClr val="000000"/>
                          </a:solidFill>
                          <a:effectLst/>
                        </a:rPr>
                        <a:t>执行 ；</a:t>
                      </a:r>
                      <a:endParaRPr lang="en-US" altLang="zh-CN" sz="1600" b="0" i="0" dirty="0">
                        <a:solidFill>
                          <a:srgbClr val="000000"/>
                        </a:solidFill>
                        <a:effectLst/>
                      </a:endParaRPr>
                    </a:p>
                    <a:p>
                      <a:pPr fontAlgn="ctr" latinLnBrk="0"/>
                      <a:r>
                        <a:rPr lang="zh-CN" altLang="en-US" sz="1600" b="0" i="0" dirty="0">
                          <a:solidFill>
                            <a:srgbClr val="000000"/>
                          </a:solidFill>
                          <a:effectLst/>
                        </a:rPr>
                        <a:t>车模和相关动效由研究院提供供；</a:t>
                      </a:r>
                      <a:endParaRPr lang="en-US" altLang="zh-CN" sz="1600" b="0" i="0" dirty="0">
                        <a:solidFill>
                          <a:srgbClr val="000000"/>
                        </a:solidFill>
                        <a:effectLst/>
                      </a:endParaRPr>
                    </a:p>
                    <a:p>
                      <a:pPr fontAlgn="ctr" latinLnBrk="0"/>
                      <a:r>
                        <a:rPr lang="zh-CN" altLang="en-US" sz="1600" b="0" i="0" dirty="0">
                          <a:solidFill>
                            <a:srgbClr val="000000"/>
                          </a:solidFill>
                          <a:effectLst/>
                        </a:rPr>
                        <a:t>涉及到</a:t>
                      </a:r>
                      <a:r>
                        <a:rPr lang="en-US" sz="1600" b="0" i="0" dirty="0">
                          <a:solidFill>
                            <a:srgbClr val="000000"/>
                          </a:solidFill>
                          <a:effectLst/>
                        </a:rPr>
                        <a:t>DIM Kanzi </a:t>
                      </a:r>
                      <a:r>
                        <a:rPr lang="zh-CN" altLang="en-US" sz="1600" b="0" i="0" dirty="0">
                          <a:solidFill>
                            <a:srgbClr val="000000"/>
                          </a:solidFill>
                          <a:effectLst/>
                        </a:rPr>
                        <a:t>和 </a:t>
                      </a:r>
                      <a:r>
                        <a:rPr lang="en-US" sz="1600" b="0" i="0" dirty="0">
                          <a:solidFill>
                            <a:srgbClr val="000000"/>
                          </a:solidFill>
                          <a:effectLst/>
                        </a:rPr>
                        <a:t>CSD Unity</a:t>
                      </a: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9332056"/>
                  </a:ext>
                </a:extLst>
              </a:tr>
              <a:tr h="407831">
                <a:tc>
                  <a:txBody>
                    <a:bodyPr/>
                    <a:lstStyle/>
                    <a:p>
                      <a:pPr algn="ctr" fontAlgn="ctr" latinLnBrk="0"/>
                      <a:r>
                        <a:rPr lang="en-US" altLang="zh-CN" sz="1600" b="0" i="0" dirty="0">
                          <a:solidFill>
                            <a:srgbClr val="333F48"/>
                          </a:solidFill>
                          <a:effectLst/>
                        </a:rPr>
                        <a:t>4</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333F48"/>
                          </a:solidFill>
                          <a:effectLst/>
                        </a:rPr>
                        <a:t>TSP</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333F48"/>
                          </a:solidFill>
                          <a:effectLst/>
                        </a:rPr>
                        <a:t>欧洲和土耳其</a:t>
                      </a:r>
                      <a:r>
                        <a:rPr lang="en-US" altLang="zh-CN" sz="1600" b="0" i="0" dirty="0">
                          <a:solidFill>
                            <a:srgbClr val="333F48"/>
                          </a:solidFill>
                          <a:effectLst/>
                        </a:rPr>
                        <a:t>2</a:t>
                      </a:r>
                      <a:r>
                        <a:rPr lang="zh-CN" altLang="en-US" sz="1600" b="0" i="0" dirty="0">
                          <a:solidFill>
                            <a:srgbClr val="333F48"/>
                          </a:solidFill>
                          <a:effectLst/>
                        </a:rPr>
                        <a:t>个站点适配</a:t>
                      </a:r>
                      <a:endParaRPr lang="en-US" sz="1600" b="0" i="0" dirty="0">
                        <a:solidFill>
                          <a:srgbClr val="333F48"/>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4188693"/>
                  </a:ext>
                </a:extLst>
              </a:tr>
              <a:tr h="597903">
                <a:tc>
                  <a:txBody>
                    <a:bodyPr/>
                    <a:lstStyle/>
                    <a:p>
                      <a:pPr algn="ctr" fontAlgn="ctr" latinLnBrk="0"/>
                      <a:r>
                        <a:rPr lang="en-US" altLang="zh-CN" sz="1600" b="0" i="0" dirty="0">
                          <a:solidFill>
                            <a:srgbClr val="333F48"/>
                          </a:solidFill>
                          <a:effectLst/>
                        </a:rPr>
                        <a:t>5</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内置</a:t>
                      </a:r>
                      <a:r>
                        <a:rPr lang="en-US" sz="1600" b="0" i="0" dirty="0">
                          <a:solidFill>
                            <a:srgbClr val="000000"/>
                          </a:solidFill>
                          <a:effectLst/>
                        </a:rPr>
                        <a:t>AVM</a:t>
                      </a: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内置</a:t>
                      </a:r>
                      <a:r>
                        <a:rPr lang="en-US" sz="1600" b="0" i="0" dirty="0">
                          <a:solidFill>
                            <a:srgbClr val="000000"/>
                          </a:solidFill>
                          <a:effectLst/>
                        </a:rPr>
                        <a:t>AVM</a:t>
                      </a:r>
                      <a:r>
                        <a:rPr lang="zh-CN" altLang="en-US" sz="1600" b="0" i="0" dirty="0">
                          <a:solidFill>
                            <a:srgbClr val="000000"/>
                          </a:solidFill>
                          <a:effectLst/>
                        </a:rPr>
                        <a:t>车型开发和适配，标定等</a:t>
                      </a: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8842203"/>
                  </a:ext>
                </a:extLst>
              </a:tr>
              <a:tr h="407831">
                <a:tc>
                  <a:txBody>
                    <a:bodyPr/>
                    <a:lstStyle/>
                    <a:p>
                      <a:pPr algn="ctr" fontAlgn="ctr" latinLnBrk="0"/>
                      <a:r>
                        <a:rPr lang="en-US" altLang="zh-CN" sz="1600" b="0" i="0" dirty="0">
                          <a:solidFill>
                            <a:srgbClr val="333F48"/>
                          </a:solidFill>
                          <a:effectLst/>
                        </a:rPr>
                        <a:t>6</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333F48"/>
                          </a:solidFill>
                          <a:effectLst/>
                        </a:rPr>
                        <a:t>C</a:t>
                      </a:r>
                      <a:r>
                        <a:rPr lang="en-US" altLang="zh-CN" sz="1600" b="0" i="0" dirty="0">
                          <a:solidFill>
                            <a:srgbClr val="333F48"/>
                          </a:solidFill>
                          <a:effectLst/>
                        </a:rPr>
                        <a:t>PAA</a:t>
                      </a:r>
                      <a:endParaRPr lang="en-US" sz="1600" b="0" i="0" dirty="0">
                        <a:solidFill>
                          <a:srgbClr val="333F48"/>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828800" rtl="0" eaLnBrk="1" fontAlgn="ctr" latinLnBrk="0" hangingPunct="1">
                        <a:lnSpc>
                          <a:spcPct val="100000"/>
                        </a:lnSpc>
                        <a:spcBef>
                          <a:spcPts val="0"/>
                        </a:spcBef>
                        <a:spcAft>
                          <a:spcPts val="0"/>
                        </a:spcAft>
                        <a:buClrTx/>
                        <a:buSzTx/>
                        <a:buFontTx/>
                        <a:buNone/>
                        <a:tabLst/>
                        <a:defRPr/>
                      </a:pPr>
                      <a:r>
                        <a:rPr lang="zh-CN" altLang="en-US" sz="1600" b="0" i="0" dirty="0">
                          <a:solidFill>
                            <a:srgbClr val="333F48"/>
                          </a:solidFill>
                          <a:effectLst/>
                        </a:rPr>
                        <a:t>车型适配、认证 （</a:t>
                      </a:r>
                      <a:r>
                        <a:rPr lang="en-US" altLang="zh-CN" sz="1600" b="0" i="0" dirty="0" err="1">
                          <a:solidFill>
                            <a:srgbClr val="333F48"/>
                          </a:solidFill>
                          <a:effectLst/>
                        </a:rPr>
                        <a:t>Carplay</a:t>
                      </a:r>
                      <a:r>
                        <a:rPr lang="zh-CN" altLang="en-US" sz="1600" dirty="0">
                          <a:effectLst/>
                        </a:rPr>
                        <a:t>仅复测</a:t>
                      </a:r>
                      <a:r>
                        <a:rPr lang="en-US" altLang="zh-CN" sz="1600" dirty="0">
                          <a:effectLst/>
                        </a:rPr>
                        <a:t>E-Siri</a:t>
                      </a:r>
                      <a:r>
                        <a:rPr lang="zh-CN" altLang="en-US" sz="1600" dirty="0">
                          <a:effectLst/>
                        </a:rPr>
                        <a:t>和</a:t>
                      </a:r>
                      <a:r>
                        <a:rPr lang="en-US" altLang="zh-CN" sz="1600" dirty="0">
                          <a:effectLst/>
                        </a:rPr>
                        <a:t>Siri case</a:t>
                      </a:r>
                      <a:r>
                        <a:rPr lang="zh-CN" altLang="en-US" sz="1600" dirty="0">
                          <a:effectLst/>
                        </a:rPr>
                        <a:t>，出具客观报告，其中</a:t>
                      </a:r>
                      <a:r>
                        <a:rPr lang="en-US" altLang="zh-CN" sz="1600" dirty="0" err="1">
                          <a:effectLst/>
                        </a:rPr>
                        <a:t>eSiri</a:t>
                      </a:r>
                      <a:r>
                        <a:rPr lang="zh-CN" altLang="en-US" sz="1600" dirty="0">
                          <a:effectLst/>
                        </a:rPr>
                        <a:t>仅测试英语。</a:t>
                      </a:r>
                      <a:endParaRPr lang="zh-CN" altLang="en-US" sz="1600" dirty="0"/>
                    </a:p>
                    <a:p>
                      <a:pPr fontAlgn="ctr" latinLnBrk="0"/>
                      <a:r>
                        <a:rPr lang="zh-CN" altLang="en-US" sz="1600" b="0" i="0" dirty="0">
                          <a:solidFill>
                            <a:srgbClr val="333F48"/>
                          </a:solidFill>
                          <a:effectLst/>
                        </a:rPr>
                        <a:t>）</a:t>
                      </a:r>
                      <a:endParaRPr lang="en-US" sz="1600" b="0" i="0" dirty="0">
                        <a:solidFill>
                          <a:srgbClr val="333F48"/>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8311868"/>
                  </a:ext>
                </a:extLst>
              </a:tr>
              <a:tr h="597903">
                <a:tc>
                  <a:txBody>
                    <a:bodyPr/>
                    <a:lstStyle/>
                    <a:p>
                      <a:pPr algn="ctr" fontAlgn="ctr" latinLnBrk="0"/>
                      <a:r>
                        <a:rPr lang="en-US" altLang="zh-CN" sz="1600" b="0" i="0" dirty="0">
                          <a:solidFill>
                            <a:srgbClr val="333F48"/>
                          </a:solidFill>
                          <a:effectLst/>
                        </a:rPr>
                        <a:t>7</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333F48"/>
                          </a:solidFill>
                          <a:effectLst/>
                        </a:rPr>
                        <a:t>BSP</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000000"/>
                          </a:solidFill>
                          <a:effectLst/>
                        </a:rPr>
                        <a:t>USB</a:t>
                      </a:r>
                      <a:r>
                        <a:rPr lang="zh-CN" altLang="en-US" sz="1600" b="0" i="0" dirty="0">
                          <a:solidFill>
                            <a:srgbClr val="000000"/>
                          </a:solidFill>
                          <a:effectLst/>
                        </a:rPr>
                        <a:t>盒子和摄像头变更，</a:t>
                      </a:r>
                      <a:r>
                        <a:rPr lang="en-US" sz="1600" b="0" i="0" dirty="0">
                          <a:solidFill>
                            <a:srgbClr val="000000"/>
                          </a:solidFill>
                          <a:effectLst/>
                        </a:rPr>
                        <a:t>BSP</a:t>
                      </a:r>
                      <a:r>
                        <a:rPr lang="zh-CN" altLang="en-US" sz="1600" b="0" i="0" dirty="0">
                          <a:solidFill>
                            <a:srgbClr val="000000"/>
                          </a:solidFill>
                          <a:effectLst/>
                        </a:rPr>
                        <a:t>适配 ；</a:t>
                      </a: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9500473"/>
                  </a:ext>
                </a:extLst>
              </a:tr>
              <a:tr h="909551">
                <a:tc>
                  <a:txBody>
                    <a:bodyPr/>
                    <a:lstStyle/>
                    <a:p>
                      <a:pPr algn="ctr" fontAlgn="ctr" latinLnBrk="0"/>
                      <a:r>
                        <a:rPr lang="en-US" altLang="zh-CN" sz="1600" b="0" i="0" dirty="0">
                          <a:solidFill>
                            <a:srgbClr val="000000"/>
                          </a:solidFill>
                          <a:effectLst/>
                        </a:rPr>
                        <a:t>8</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认证工作</a:t>
                      </a:r>
                      <a:br>
                        <a:rPr lang="zh-CN" altLang="en-US" sz="1600" b="0" i="0" dirty="0">
                          <a:solidFill>
                            <a:srgbClr val="000000"/>
                          </a:solidFill>
                          <a:effectLst/>
                        </a:rPr>
                      </a:b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altLang="zh-CN" sz="1600" b="0" i="0" dirty="0">
                          <a:solidFill>
                            <a:srgbClr val="000000"/>
                          </a:solidFill>
                          <a:effectLst/>
                        </a:rPr>
                        <a:t>1</a:t>
                      </a:r>
                      <a:r>
                        <a:rPr lang="zh-CN" altLang="en-US" sz="1600" b="0" i="0" dirty="0">
                          <a:solidFill>
                            <a:srgbClr val="000000"/>
                          </a:solidFill>
                          <a:effectLst/>
                        </a:rPr>
                        <a:t>、</a:t>
                      </a:r>
                      <a:r>
                        <a:rPr lang="en-US" sz="1600" b="0" i="0" dirty="0" err="1">
                          <a:solidFill>
                            <a:srgbClr val="000000"/>
                          </a:solidFill>
                          <a:effectLst/>
                        </a:rPr>
                        <a:t>Carplay</a:t>
                      </a:r>
                      <a:r>
                        <a:rPr lang="en-US" sz="1600" b="0" i="0" dirty="0">
                          <a:solidFill>
                            <a:srgbClr val="000000"/>
                          </a:solidFill>
                          <a:effectLst/>
                        </a:rPr>
                        <a:t> </a:t>
                      </a:r>
                      <a:r>
                        <a:rPr lang="zh-CN" altLang="en-US" sz="1600" b="0" i="0" dirty="0">
                          <a:solidFill>
                            <a:srgbClr val="000000"/>
                          </a:solidFill>
                          <a:effectLst/>
                        </a:rPr>
                        <a:t>和</a:t>
                      </a:r>
                      <a:r>
                        <a:rPr lang="en-US" sz="1600" b="0" i="0" dirty="0">
                          <a:solidFill>
                            <a:srgbClr val="000000"/>
                          </a:solidFill>
                          <a:effectLst/>
                        </a:rPr>
                        <a:t>Android Auto</a:t>
                      </a:r>
                      <a:r>
                        <a:rPr lang="zh-CN" altLang="en-US" sz="1600" b="0" i="0" dirty="0">
                          <a:solidFill>
                            <a:srgbClr val="000000"/>
                          </a:solidFill>
                          <a:effectLst/>
                        </a:rPr>
                        <a:t>认证；</a:t>
                      </a:r>
                      <a:endParaRPr lang="en-US" altLang="zh-CN" sz="1600" b="0" i="0" dirty="0">
                        <a:solidFill>
                          <a:srgbClr val="000000"/>
                        </a:solidFill>
                        <a:effectLst/>
                      </a:endParaRPr>
                    </a:p>
                    <a:p>
                      <a:pPr fontAlgn="ctr" latinLnBrk="0"/>
                      <a:r>
                        <a:rPr lang="en-US" sz="1600" b="0" i="0" dirty="0">
                          <a:solidFill>
                            <a:srgbClr val="000000"/>
                          </a:solidFill>
                          <a:effectLst/>
                        </a:rPr>
                        <a:t>2</a:t>
                      </a:r>
                      <a:r>
                        <a:rPr lang="zh-CN" altLang="en-US" sz="1600" b="0" i="0" dirty="0">
                          <a:solidFill>
                            <a:srgbClr val="000000"/>
                          </a:solidFill>
                          <a:effectLst/>
                        </a:rPr>
                        <a:t>、</a:t>
                      </a:r>
                      <a:r>
                        <a:rPr lang="en-US" sz="1600" b="0" i="0" dirty="0">
                          <a:solidFill>
                            <a:srgbClr val="000000"/>
                          </a:solidFill>
                          <a:effectLst/>
                        </a:rPr>
                        <a:t>CE</a:t>
                      </a:r>
                      <a:r>
                        <a:rPr lang="zh-CN" altLang="en-US" sz="1600" b="0" i="0" dirty="0">
                          <a:solidFill>
                            <a:srgbClr val="000000"/>
                          </a:solidFill>
                          <a:effectLst/>
                        </a:rPr>
                        <a:t>认证和其他出口国家需求认证</a:t>
                      </a:r>
                      <a:endParaRPr lang="en-US" altLang="zh-CN" sz="1600" b="0" i="0" dirty="0">
                        <a:solidFill>
                          <a:srgbClr val="000000"/>
                        </a:solidFill>
                        <a:effectLst/>
                      </a:endParaRPr>
                    </a:p>
                    <a:p>
                      <a:pPr fontAlgn="ctr" latinLnBrk="0"/>
                      <a:r>
                        <a:rPr lang="en-US" sz="1600" b="0" i="0" dirty="0">
                          <a:solidFill>
                            <a:srgbClr val="000000"/>
                          </a:solidFill>
                          <a:effectLst/>
                        </a:rPr>
                        <a:t>3</a:t>
                      </a:r>
                      <a:r>
                        <a:rPr lang="zh-CN" altLang="en-US" sz="1600" b="0" i="0" dirty="0">
                          <a:solidFill>
                            <a:srgbClr val="000000"/>
                          </a:solidFill>
                          <a:effectLst/>
                        </a:rPr>
                        <a:t>、</a:t>
                      </a:r>
                      <a:r>
                        <a:rPr lang="en-US" sz="1600" b="0" i="0" dirty="0">
                          <a:solidFill>
                            <a:srgbClr val="000000"/>
                          </a:solidFill>
                          <a:effectLst/>
                        </a:rPr>
                        <a:t>USB IF</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9699664"/>
                  </a:ext>
                </a:extLst>
              </a:tr>
              <a:tr h="1129917">
                <a:tc>
                  <a:txBody>
                    <a:bodyPr/>
                    <a:lstStyle/>
                    <a:p>
                      <a:pPr algn="ctr" fontAlgn="ctr" latinLnBrk="0"/>
                      <a:r>
                        <a:rPr lang="en-US" altLang="zh-CN" sz="1600" b="0" i="0" dirty="0">
                          <a:solidFill>
                            <a:srgbClr val="000000"/>
                          </a:solidFill>
                          <a:effectLst/>
                        </a:rPr>
                        <a:t>9</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标定工作</a:t>
                      </a:r>
                      <a:br>
                        <a:rPr lang="zh-CN" altLang="en-US" sz="1600" b="0" i="0" dirty="0">
                          <a:solidFill>
                            <a:srgbClr val="000000"/>
                          </a:solidFill>
                          <a:effectLst/>
                        </a:rPr>
                      </a:b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①内置功放标定（</a:t>
                      </a:r>
                      <a:r>
                        <a:rPr lang="en-US" altLang="zh-CN" sz="1600" b="0" i="0" dirty="0">
                          <a:solidFill>
                            <a:srgbClr val="000000"/>
                          </a:solidFill>
                          <a:effectLst/>
                        </a:rPr>
                        <a:t>6</a:t>
                      </a:r>
                      <a:r>
                        <a:rPr lang="zh-CN" altLang="en-US" sz="1600" b="0" i="0" dirty="0">
                          <a:solidFill>
                            <a:srgbClr val="000000"/>
                          </a:solidFill>
                          <a:effectLst/>
                        </a:rPr>
                        <a:t>扬</a:t>
                      </a:r>
                      <a:r>
                        <a:rPr lang="en-US" altLang="zh-CN" sz="1600" b="0" i="0" dirty="0">
                          <a:solidFill>
                            <a:srgbClr val="000000"/>
                          </a:solidFill>
                          <a:effectLst/>
                        </a:rPr>
                        <a:t>+8</a:t>
                      </a:r>
                      <a:r>
                        <a:rPr lang="zh-CN" altLang="en-US" sz="1600" b="0" i="0" dirty="0">
                          <a:solidFill>
                            <a:srgbClr val="000000"/>
                          </a:solidFill>
                          <a:effectLst/>
                        </a:rPr>
                        <a:t>扬）；</a:t>
                      </a:r>
                      <a:endParaRPr lang="en-US" altLang="zh-CN" sz="1600" b="0" i="0" dirty="0">
                        <a:solidFill>
                          <a:srgbClr val="000000"/>
                        </a:solidFill>
                        <a:effectLst/>
                      </a:endParaRPr>
                    </a:p>
                    <a:p>
                      <a:pPr fontAlgn="ctr" latinLnBrk="0"/>
                      <a:r>
                        <a:rPr lang="zh-CN" altLang="en-US" sz="1600" b="0" i="0" dirty="0">
                          <a:solidFill>
                            <a:srgbClr val="000000"/>
                          </a:solidFill>
                          <a:effectLst/>
                        </a:rPr>
                        <a:t>②</a:t>
                      </a:r>
                      <a:r>
                        <a:rPr lang="en-US" sz="1600" b="0" i="0" dirty="0">
                          <a:solidFill>
                            <a:srgbClr val="000000"/>
                          </a:solidFill>
                          <a:effectLst/>
                        </a:rPr>
                        <a:t>DAB+FM</a:t>
                      </a:r>
                      <a:r>
                        <a:rPr lang="zh-CN" altLang="en-US" sz="1600" b="0" i="0" dirty="0">
                          <a:solidFill>
                            <a:srgbClr val="000000"/>
                          </a:solidFill>
                          <a:effectLst/>
                        </a:rPr>
                        <a:t>收音机标定</a:t>
                      </a:r>
                      <a:endParaRPr lang="en-US" altLang="zh-CN" sz="1600" b="0" i="0" dirty="0">
                        <a:solidFill>
                          <a:srgbClr val="000000"/>
                        </a:solidFill>
                        <a:effectLst/>
                      </a:endParaRPr>
                    </a:p>
                    <a:p>
                      <a:pPr fontAlgn="ctr" latinLnBrk="0"/>
                      <a:r>
                        <a:rPr lang="zh-CN" altLang="en-US" sz="1600" b="0" i="0" dirty="0">
                          <a:solidFill>
                            <a:srgbClr val="000000"/>
                          </a:solidFill>
                          <a:effectLst/>
                        </a:rPr>
                        <a:t>③燃油箱标定；</a:t>
                      </a:r>
                      <a:endParaRPr lang="en-US" altLang="zh-CN" sz="1600" b="0" i="0" dirty="0">
                        <a:solidFill>
                          <a:srgbClr val="000000"/>
                        </a:solidFill>
                        <a:effectLst/>
                      </a:endParaRPr>
                    </a:p>
                    <a:p>
                      <a:pPr fontAlgn="ctr" latinLnBrk="0"/>
                      <a:r>
                        <a:rPr lang="zh-CN" altLang="en-US" sz="1600" b="0" i="0" dirty="0">
                          <a:solidFill>
                            <a:srgbClr val="000000"/>
                          </a:solidFill>
                          <a:effectLst/>
                        </a:rPr>
                        <a:t>④内置</a:t>
                      </a:r>
                      <a:r>
                        <a:rPr lang="en-US" altLang="zh-CN" sz="1600" b="0" i="0" dirty="0">
                          <a:solidFill>
                            <a:srgbClr val="000000"/>
                          </a:solidFill>
                          <a:effectLst/>
                        </a:rPr>
                        <a:t>A</a:t>
                      </a:r>
                      <a:r>
                        <a:rPr lang="en-US" sz="1600" b="0" i="0" dirty="0">
                          <a:solidFill>
                            <a:srgbClr val="000000"/>
                          </a:solidFill>
                          <a:effectLst/>
                        </a:rPr>
                        <a:t>VM</a:t>
                      </a:r>
                      <a:r>
                        <a:rPr lang="zh-CN" altLang="en-US" sz="1600" b="0" i="0" dirty="0">
                          <a:solidFill>
                            <a:srgbClr val="000000"/>
                          </a:solidFill>
                          <a:effectLst/>
                        </a:rPr>
                        <a:t>标定；</a:t>
                      </a:r>
                      <a:br>
                        <a:rPr lang="zh-CN" alt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1011530"/>
                  </a:ext>
                </a:extLst>
              </a:tr>
              <a:tr h="909551">
                <a:tc>
                  <a:txBody>
                    <a:bodyPr/>
                    <a:lstStyle/>
                    <a:p>
                      <a:pPr algn="ctr" fontAlgn="ctr" latinLnBrk="0"/>
                      <a:r>
                        <a:rPr lang="en-US" altLang="zh-CN" sz="1600" b="0" i="0" dirty="0">
                          <a:solidFill>
                            <a:srgbClr val="000000"/>
                          </a:solidFill>
                          <a:effectLst/>
                        </a:rPr>
                        <a:t>10</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三方生态委外开发适配</a:t>
                      </a:r>
                      <a:br>
                        <a:rPr lang="zh-CN" altLang="en-US" sz="1600" b="0" i="0" dirty="0">
                          <a:solidFill>
                            <a:srgbClr val="000000"/>
                          </a:solidFill>
                          <a:effectLst/>
                        </a:rPr>
                      </a:b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①导航地图适配：东软引擎</a:t>
                      </a:r>
                      <a:r>
                        <a:rPr lang="en-US" altLang="zh-CN" sz="1600" b="0" i="0" dirty="0">
                          <a:solidFill>
                            <a:srgbClr val="000000"/>
                          </a:solidFill>
                          <a:effectLst/>
                        </a:rPr>
                        <a:t>+</a:t>
                      </a:r>
                      <a:r>
                        <a:rPr lang="en-US" sz="1600" b="0" i="0" dirty="0">
                          <a:solidFill>
                            <a:srgbClr val="000000"/>
                          </a:solidFill>
                          <a:effectLst/>
                        </a:rPr>
                        <a:t>Here </a:t>
                      </a:r>
                      <a:r>
                        <a:rPr lang="zh-CN" altLang="en-US" sz="1600" b="0" i="0" dirty="0">
                          <a:solidFill>
                            <a:srgbClr val="000000"/>
                          </a:solidFill>
                          <a:effectLst/>
                        </a:rPr>
                        <a:t>地图包</a:t>
                      </a:r>
                      <a:endParaRPr lang="en-US" sz="1600" b="0" i="0" dirty="0">
                        <a:solidFill>
                          <a:srgbClr val="000000"/>
                        </a:solidFill>
                        <a:effectLst/>
                      </a:endParaRPr>
                    </a:p>
                    <a:p>
                      <a:pPr fontAlgn="ctr" latinLnBrk="0"/>
                      <a:r>
                        <a:rPr lang="en-US" sz="1600" b="0" i="0" dirty="0">
                          <a:solidFill>
                            <a:srgbClr val="000000"/>
                          </a:solidFill>
                          <a:effectLst/>
                        </a:rPr>
                        <a:t>②</a:t>
                      </a:r>
                      <a:r>
                        <a:rPr lang="zh-CN" altLang="en-US" sz="1600" b="0" i="0" dirty="0">
                          <a:solidFill>
                            <a:srgbClr val="000000"/>
                          </a:solidFill>
                          <a:effectLst/>
                        </a:rPr>
                        <a:t>佛吉亚应用商城适配</a:t>
                      </a:r>
                      <a:endParaRPr lang="en-US" altLang="zh-CN" sz="1600" b="0" i="0" dirty="0">
                        <a:solidFill>
                          <a:srgbClr val="000000"/>
                        </a:solidFill>
                        <a:effectLst/>
                      </a:endParaRPr>
                    </a:p>
                    <a:p>
                      <a:pPr fontAlgn="ctr" latinLnBrk="0"/>
                      <a:r>
                        <a:rPr lang="zh-CN" altLang="en-US" sz="1600" b="0" i="0" dirty="0">
                          <a:solidFill>
                            <a:srgbClr val="000000"/>
                          </a:solidFill>
                          <a:effectLst/>
                        </a:rPr>
                        <a:t>③ </a:t>
                      </a:r>
                      <a:r>
                        <a:rPr lang="en-US" sz="1600" b="0" i="0" dirty="0">
                          <a:solidFill>
                            <a:srgbClr val="000000"/>
                          </a:solidFill>
                          <a:effectLst/>
                        </a:rPr>
                        <a:t>KIKA</a:t>
                      </a:r>
                      <a:r>
                        <a:rPr lang="zh-CN" altLang="en-US" sz="1600" b="0" i="0" dirty="0">
                          <a:solidFill>
                            <a:srgbClr val="000000"/>
                          </a:solidFill>
                          <a:effectLst/>
                        </a:rPr>
                        <a:t>输入法适配</a:t>
                      </a:r>
                      <a:endParaRPr lang="en-US" altLang="zh-CN" sz="1600" b="0" i="0" dirty="0">
                        <a:solidFill>
                          <a:srgbClr val="000000"/>
                        </a:solidFill>
                        <a:effectLst/>
                      </a:endParaRPr>
                    </a:p>
                    <a:p>
                      <a:pPr fontAlgn="ctr" latinLnBrk="0"/>
                      <a:r>
                        <a:rPr lang="zh-CN" altLang="en-US" sz="1600" b="0" i="0" dirty="0">
                          <a:solidFill>
                            <a:srgbClr val="1F2329"/>
                          </a:solidFill>
                          <a:effectLst/>
                          <a:latin typeface="LarkHackSafariFont"/>
                        </a:rPr>
                        <a:t>国家差异带来的适配：输入法、地图、应用商城的差异源于国家差异（土耳其和泛欧</a:t>
                      </a:r>
                      <a:r>
                        <a:rPr lang="en-US" altLang="zh-CN" sz="1600" b="0" i="0" dirty="0">
                          <a:solidFill>
                            <a:srgbClr val="1F2329"/>
                          </a:solidFill>
                          <a:effectLst/>
                          <a:latin typeface="LarkHackSafariFont"/>
                        </a:rPr>
                        <a:t>36</a:t>
                      </a:r>
                      <a:r>
                        <a:rPr lang="zh-CN" altLang="en-US" sz="1600" b="0" i="0" dirty="0">
                          <a:solidFill>
                            <a:srgbClr val="1F2329"/>
                          </a:solidFill>
                          <a:effectLst/>
                          <a:latin typeface="LarkHackSafariFont"/>
                        </a:rPr>
                        <a:t>个国家）； </a:t>
                      </a: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8944443"/>
                  </a:ext>
                </a:extLst>
              </a:tr>
              <a:tr h="1019342">
                <a:tc>
                  <a:txBody>
                    <a:bodyPr/>
                    <a:lstStyle/>
                    <a:p>
                      <a:pPr algn="ctr" fontAlgn="ctr" latinLnBrk="0"/>
                      <a:r>
                        <a:rPr lang="en-US" altLang="zh-CN" sz="1600" b="0" i="0" dirty="0">
                          <a:solidFill>
                            <a:srgbClr val="333F48"/>
                          </a:solidFill>
                          <a:effectLst/>
                        </a:rPr>
                        <a:t>11</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000000"/>
                          </a:solidFill>
                          <a:effectLst/>
                        </a:rPr>
                        <a:t>DMS/OMS/AVAS/</a:t>
                      </a:r>
                      <a:r>
                        <a:rPr lang="zh-CN" altLang="en-US" sz="1600" b="0" i="0" dirty="0">
                          <a:solidFill>
                            <a:srgbClr val="000000"/>
                          </a:solidFill>
                          <a:effectLst/>
                        </a:rPr>
                        <a:t>语音 集成联调</a:t>
                      </a:r>
                      <a:br>
                        <a:rPr lang="zh-CN" altLang="en-US" sz="1600" b="0" i="0" dirty="0">
                          <a:solidFill>
                            <a:srgbClr val="000000"/>
                          </a:solidFill>
                          <a:effectLst/>
                        </a:rPr>
                      </a:b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000000"/>
                          </a:solidFill>
                          <a:effectLst/>
                        </a:rPr>
                        <a:t>DMS/AVAS/OMS</a:t>
                      </a:r>
                      <a:r>
                        <a:rPr lang="zh-CN" altLang="en-US" sz="1600" b="0" i="0" dirty="0">
                          <a:solidFill>
                            <a:srgbClr val="000000"/>
                          </a:solidFill>
                          <a:effectLst/>
                        </a:rPr>
                        <a:t>研究院提供算法，</a:t>
                      </a:r>
                      <a:r>
                        <a:rPr lang="en-US" sz="1600" b="0" i="0" dirty="0">
                          <a:solidFill>
                            <a:srgbClr val="000000"/>
                          </a:solidFill>
                          <a:effectLst/>
                        </a:rPr>
                        <a:t>ECARX</a:t>
                      </a:r>
                      <a:r>
                        <a:rPr lang="zh-CN" altLang="en-US" sz="1600" b="0" i="0" dirty="0">
                          <a:solidFill>
                            <a:srgbClr val="000000"/>
                          </a:solidFill>
                          <a:effectLst/>
                        </a:rPr>
                        <a:t>做集成；</a:t>
                      </a:r>
                      <a:endParaRPr lang="en-US" altLang="zh-CN" sz="1600" b="0" i="0" dirty="0">
                        <a:solidFill>
                          <a:srgbClr val="000000"/>
                        </a:solidFill>
                        <a:effectLst/>
                      </a:endParaRPr>
                    </a:p>
                    <a:p>
                      <a:pPr fontAlgn="ctr" latinLnBrk="0"/>
                      <a:r>
                        <a:rPr lang="zh-CN" altLang="en-US" sz="1600" b="0" i="0" dirty="0">
                          <a:solidFill>
                            <a:srgbClr val="000000"/>
                          </a:solidFill>
                          <a:effectLst/>
                        </a:rPr>
                        <a:t>语言（含</a:t>
                      </a:r>
                      <a:r>
                        <a:rPr lang="en-US" sz="1600" b="0" i="0" dirty="0">
                          <a:solidFill>
                            <a:srgbClr val="000000"/>
                          </a:solidFill>
                          <a:effectLst/>
                        </a:rPr>
                        <a:t>ESER）：</a:t>
                      </a:r>
                      <a:r>
                        <a:rPr lang="zh-CN" altLang="en-US" sz="1600" b="0" i="0" dirty="0">
                          <a:solidFill>
                            <a:srgbClr val="000000"/>
                          </a:solidFill>
                          <a:effectLst/>
                        </a:rPr>
                        <a:t>研究院人工智能中心开发，</a:t>
                      </a:r>
                      <a:r>
                        <a:rPr lang="en-US" sz="1600" b="0" i="0" dirty="0">
                          <a:solidFill>
                            <a:srgbClr val="000000"/>
                          </a:solidFill>
                          <a:effectLst/>
                        </a:rPr>
                        <a:t>ECARX</a:t>
                      </a:r>
                      <a:r>
                        <a:rPr lang="zh-CN" altLang="en-US" sz="1600" b="0" i="0" dirty="0">
                          <a:solidFill>
                            <a:srgbClr val="000000"/>
                          </a:solidFill>
                          <a:effectLst/>
                        </a:rPr>
                        <a:t>集成</a:t>
                      </a: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6090753"/>
                  </a:ext>
                </a:extLst>
              </a:tr>
              <a:tr h="1019342">
                <a:tc>
                  <a:txBody>
                    <a:bodyPr/>
                    <a:lstStyle/>
                    <a:p>
                      <a:pPr algn="ctr" fontAlgn="ctr" latinLnBrk="0"/>
                      <a:r>
                        <a:rPr lang="en-US" altLang="zh-CN" sz="1600" b="0" i="0" dirty="0">
                          <a:solidFill>
                            <a:srgbClr val="333F48"/>
                          </a:solidFill>
                          <a:effectLst/>
                        </a:rPr>
                        <a:t>12</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en-US" sz="1600" b="0" i="0" dirty="0">
                          <a:solidFill>
                            <a:srgbClr val="000000"/>
                          </a:solidFill>
                          <a:effectLst/>
                        </a:rPr>
                        <a:t>BSP+MCU + Framework + </a:t>
                      </a:r>
                      <a:r>
                        <a:rPr lang="en-US" sz="1600" b="0" i="0" dirty="0" err="1">
                          <a:solidFill>
                            <a:srgbClr val="000000"/>
                          </a:solidFill>
                          <a:effectLst/>
                        </a:rPr>
                        <a:t>Basetec</a:t>
                      </a:r>
                      <a:r>
                        <a:rPr lang="en-US" altLang="zh-CN" sz="1600" b="0" i="0" dirty="0" err="1">
                          <a:solidFill>
                            <a:srgbClr val="000000"/>
                          </a:solidFill>
                          <a:effectLst/>
                        </a:rPr>
                        <a:t>h</a:t>
                      </a:r>
                      <a:r>
                        <a:rPr lang="en-US" sz="1600" b="0" i="0" dirty="0">
                          <a:solidFill>
                            <a:srgbClr val="000000"/>
                          </a:solidFill>
                          <a:effectLst/>
                        </a:rPr>
                        <a:t> + </a:t>
                      </a:r>
                      <a:r>
                        <a:rPr lang="en-US" altLang="zh-CN" sz="1600" b="0" i="0" dirty="0">
                          <a:solidFill>
                            <a:srgbClr val="000000"/>
                          </a:solidFill>
                          <a:effectLst/>
                        </a:rPr>
                        <a:t>CSD </a:t>
                      </a:r>
                      <a:r>
                        <a:rPr lang="zh-CN" altLang="en-US" sz="1600" b="0" i="0" dirty="0">
                          <a:solidFill>
                            <a:srgbClr val="000000"/>
                          </a:solidFill>
                          <a:effectLst/>
                        </a:rPr>
                        <a:t>和</a:t>
                      </a:r>
                      <a:r>
                        <a:rPr lang="en-US" altLang="zh-CN" sz="1600" b="0" i="0" dirty="0">
                          <a:solidFill>
                            <a:srgbClr val="000000"/>
                          </a:solidFill>
                          <a:effectLst/>
                        </a:rPr>
                        <a:t>DIS </a:t>
                      </a:r>
                      <a:r>
                        <a:rPr lang="en-US" sz="1600" b="0" i="0" dirty="0">
                          <a:solidFill>
                            <a:srgbClr val="000000"/>
                          </a:solidFill>
                          <a:effectLst/>
                        </a:rPr>
                        <a:t>APP </a:t>
                      </a:r>
                      <a:r>
                        <a:rPr lang="zh-CN" altLang="en-US" sz="1600" b="0" i="0" dirty="0">
                          <a:solidFill>
                            <a:srgbClr val="000000"/>
                          </a:solidFill>
                          <a:effectLst/>
                        </a:rPr>
                        <a:t>开发维护 </a:t>
                      </a:r>
                      <a:br>
                        <a:rPr lang="zh-CN" altLang="en-US" sz="1600" b="0" i="0" dirty="0">
                          <a:solidFill>
                            <a:srgbClr val="000000"/>
                          </a:solidFill>
                          <a:effectLst/>
                        </a:rPr>
                      </a:b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整体功能</a:t>
                      </a:r>
                      <a:r>
                        <a:rPr lang="en-US" altLang="zh-CN" sz="1600" b="0" i="0" dirty="0">
                          <a:solidFill>
                            <a:srgbClr val="000000"/>
                          </a:solidFill>
                          <a:effectLst/>
                        </a:rPr>
                        <a:t>Base DX11 EU </a:t>
                      </a:r>
                      <a:r>
                        <a:rPr lang="zh-CN" altLang="en-US" sz="1600" b="0" i="0" dirty="0">
                          <a:solidFill>
                            <a:srgbClr val="000000"/>
                          </a:solidFill>
                          <a:effectLst/>
                        </a:rPr>
                        <a:t>；软件基线和</a:t>
                      </a:r>
                      <a:r>
                        <a:rPr lang="en-US" altLang="zh-CN" sz="1600" b="0" i="0" dirty="0">
                          <a:solidFill>
                            <a:srgbClr val="000000"/>
                          </a:solidFill>
                          <a:effectLst/>
                        </a:rPr>
                        <a:t>DX11 EU</a:t>
                      </a:r>
                      <a:r>
                        <a:rPr lang="zh-CN" altLang="en-US" sz="1600" b="0" i="0" dirty="0">
                          <a:solidFill>
                            <a:srgbClr val="000000"/>
                          </a:solidFill>
                          <a:effectLst/>
                        </a:rPr>
                        <a:t>保持一致（</a:t>
                      </a:r>
                      <a:r>
                        <a:rPr lang="en-US" altLang="zh-CN" sz="1600" b="0" i="0" dirty="0">
                          <a:solidFill>
                            <a:srgbClr val="000000"/>
                          </a:solidFill>
                          <a:effectLst/>
                        </a:rPr>
                        <a:t>23R3U6</a:t>
                      </a:r>
                      <a:r>
                        <a:rPr lang="zh-CN" altLang="en-US" sz="1600" b="0" i="0" dirty="0">
                          <a:solidFill>
                            <a:srgbClr val="000000"/>
                          </a:solidFill>
                          <a:effectLst/>
                        </a:rPr>
                        <a:t>），后续基线有变化按照</a:t>
                      </a:r>
                      <a:r>
                        <a:rPr lang="en-US" altLang="zh-CN" sz="1600" b="0" i="0" dirty="0">
                          <a:solidFill>
                            <a:srgbClr val="000000"/>
                          </a:solidFill>
                          <a:effectLst/>
                        </a:rPr>
                        <a:t>PCR</a:t>
                      </a:r>
                      <a:r>
                        <a:rPr lang="zh-CN" altLang="en-US" sz="1600" b="0" i="0" dirty="0">
                          <a:solidFill>
                            <a:srgbClr val="000000"/>
                          </a:solidFill>
                          <a:effectLst/>
                        </a:rPr>
                        <a:t>走</a:t>
                      </a:r>
                      <a:endParaRPr lang="en-US" altLang="zh-CN"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211506"/>
                  </a:ext>
                </a:extLst>
              </a:tr>
              <a:tr h="787974">
                <a:tc>
                  <a:txBody>
                    <a:bodyPr/>
                    <a:lstStyle/>
                    <a:p>
                      <a:pPr algn="ctr" fontAlgn="ctr" latinLnBrk="0"/>
                      <a:r>
                        <a:rPr lang="en-US" altLang="zh-CN" sz="1600" b="0" i="0" dirty="0">
                          <a:solidFill>
                            <a:srgbClr val="333F48"/>
                          </a:solidFill>
                          <a:effectLst/>
                        </a:rPr>
                        <a:t>13</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333F48"/>
                          </a:solidFill>
                          <a:effectLst/>
                        </a:rPr>
                        <a:t>测试</a:t>
                      </a:r>
                      <a:br>
                        <a:rPr lang="zh-CN" altLang="en-US" sz="1600" b="0" i="0" dirty="0">
                          <a:solidFill>
                            <a:srgbClr val="333F48"/>
                          </a:solidFill>
                          <a:effectLst/>
                        </a:rPr>
                      </a:br>
                      <a:endParaRPr lang="en-US" sz="1600" b="0" i="0" dirty="0">
                        <a:solidFill>
                          <a:srgbClr val="333F48"/>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000000"/>
                          </a:solidFill>
                          <a:effectLst/>
                        </a:rPr>
                        <a:t>集成测试，性能测试、压力测试等</a:t>
                      </a:r>
                      <a:br>
                        <a:rPr lang="en-US" sz="1600" b="0" i="0" dirty="0">
                          <a:solidFill>
                            <a:srgbClr val="000000"/>
                          </a:solidFill>
                          <a:effectLst/>
                        </a:rPr>
                      </a:br>
                      <a:endParaRPr lang="en-US"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0748857"/>
                  </a:ext>
                </a:extLst>
              </a:tr>
              <a:tr h="689185">
                <a:tc>
                  <a:txBody>
                    <a:bodyPr/>
                    <a:lstStyle/>
                    <a:p>
                      <a:pPr algn="ctr" fontAlgn="ctr" latinLnBrk="0"/>
                      <a:r>
                        <a:rPr lang="en-US" altLang="zh-CN" sz="1600" b="0" i="0" dirty="0">
                          <a:solidFill>
                            <a:srgbClr val="333F48"/>
                          </a:solidFill>
                          <a:effectLst/>
                        </a:rPr>
                        <a:t>14</a:t>
                      </a: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zh-CN" altLang="en-US" sz="1600" b="0" i="0" dirty="0">
                          <a:solidFill>
                            <a:srgbClr val="333F48"/>
                          </a:solidFill>
                          <a:effectLst/>
                        </a:rPr>
                        <a:t>项目管理</a:t>
                      </a:r>
                      <a:br>
                        <a:rPr lang="zh-CN" altLang="en-US" sz="1600" b="0" i="0" dirty="0">
                          <a:solidFill>
                            <a:srgbClr val="333F48"/>
                          </a:solidFill>
                          <a:effectLst/>
                        </a:rPr>
                      </a:br>
                      <a:endParaRPr lang="en-US" sz="1600" b="0" i="0" dirty="0">
                        <a:solidFill>
                          <a:srgbClr val="333F48"/>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latinLnBrk="0"/>
                      <a:r>
                        <a:rPr lang="pl-PL" sz="1600" b="0" i="0" dirty="0">
                          <a:solidFill>
                            <a:srgbClr val="000000"/>
                          </a:solidFill>
                          <a:effectLst/>
                        </a:rPr>
                        <a:t>PM+SPM+FAE+PO+PDM</a:t>
                      </a:r>
                      <a:r>
                        <a:rPr lang="zh-CN" altLang="en-US" sz="1600" b="0" i="0" dirty="0">
                          <a:solidFill>
                            <a:srgbClr val="000000"/>
                          </a:solidFill>
                          <a:effectLst/>
                        </a:rPr>
                        <a:t>，质量等</a:t>
                      </a:r>
                      <a:br>
                        <a:rPr lang="pl-PL" sz="1600" b="0" i="0" dirty="0">
                          <a:solidFill>
                            <a:srgbClr val="000000"/>
                          </a:solidFill>
                          <a:effectLst/>
                        </a:rPr>
                      </a:br>
                      <a:br>
                        <a:rPr lang="pl-PL" sz="1600" b="0" i="0" dirty="0">
                          <a:solidFill>
                            <a:srgbClr val="000000"/>
                          </a:solidFill>
                          <a:effectLst/>
                        </a:rPr>
                      </a:br>
                      <a:endParaRPr lang="pl-PL" sz="1600" b="0" i="0" dirty="0">
                        <a:solidFill>
                          <a:srgbClr val="000000"/>
                        </a:solidFill>
                        <a:effectLst/>
                      </a:endParaRPr>
                    </a:p>
                  </a:txBody>
                  <a:tcPr marL="31081" marR="31081" marT="15540" marB="15540" anchor="ctr">
                    <a:lnL w="6350" cap="flat" cmpd="sng" algn="ctr">
                      <a:solidFill>
                        <a:srgbClr val="000000"/>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9749485"/>
                  </a:ext>
                </a:extLst>
              </a:tr>
            </a:tbl>
          </a:graphicData>
        </a:graphic>
      </p:graphicFrame>
      <p:sp>
        <p:nvSpPr>
          <p:cNvPr id="8" name="文本框 7">
            <a:extLst>
              <a:ext uri="{FF2B5EF4-FFF2-40B4-BE49-F238E27FC236}">
                <a16:creationId xmlns:a16="http://schemas.microsoft.com/office/drawing/2014/main" id="{2918F8B5-D137-EF46-05FD-D18464A086EA}"/>
              </a:ext>
            </a:extLst>
          </p:cNvPr>
          <p:cNvSpPr txBox="1"/>
          <p:nvPr/>
        </p:nvSpPr>
        <p:spPr>
          <a:xfrm>
            <a:off x="21283142" y="5165750"/>
            <a:ext cx="3099271" cy="2308324"/>
          </a:xfrm>
          <a:prstGeom prst="rect">
            <a:avLst/>
          </a:prstGeom>
          <a:noFill/>
        </p:spPr>
        <p:txBody>
          <a:bodyPr wrap="square">
            <a:spAutoFit/>
          </a:bodyPr>
          <a:lstStyle/>
          <a:p>
            <a:r>
              <a:rPr lang="en-US" altLang="zh-CN" dirty="0"/>
              <a:t>《Galata</a:t>
            </a:r>
            <a:r>
              <a:rPr lang="zh-CN" altLang="en-US" dirty="0"/>
              <a:t>四级功能清单（</a:t>
            </a:r>
            <a:r>
              <a:rPr lang="en-US" altLang="zh-CN" dirty="0"/>
              <a:t>Base DX11-EU</a:t>
            </a:r>
            <a:r>
              <a:rPr lang="zh-CN" altLang="en-US" dirty="0"/>
              <a:t>）</a:t>
            </a:r>
            <a:r>
              <a:rPr lang="en-US" altLang="zh-CN" dirty="0"/>
              <a:t>》</a:t>
            </a:r>
            <a:r>
              <a:rPr lang="en-US" altLang="zh-CN" dirty="0">
                <a:hlinkClick r:id="rId3">
                  <a:extLst>
                    <a:ext uri="{A12FA001-AC4F-418D-AE19-62706E023703}">
                      <ahyp:hlinkClr xmlns:ahyp="http://schemas.microsoft.com/office/drawing/2018/hyperlinkcolor" val="tx"/>
                    </a:ext>
                  </a:extLst>
                </a:hlinkClick>
              </a:rPr>
              <a:t>https://gri.feishu.cn/sheets/IQWLsWM5xhS4MwtoXXAcYxcvnrh</a:t>
            </a:r>
            <a:endParaRPr lang="en-US" altLang="zh-CN" dirty="0"/>
          </a:p>
          <a:p>
            <a:endParaRPr lang="en-US" altLang="zh-CN" dirty="0"/>
          </a:p>
          <a:p>
            <a:endParaRPr lang="en-US" altLang="zh-CN" dirty="0"/>
          </a:p>
          <a:p>
            <a:endParaRPr lang="zh-CN" altLang="en-US" dirty="0"/>
          </a:p>
        </p:txBody>
      </p:sp>
      <p:sp>
        <p:nvSpPr>
          <p:cNvPr id="12" name="文本框 11">
            <a:extLst>
              <a:ext uri="{FF2B5EF4-FFF2-40B4-BE49-F238E27FC236}">
                <a16:creationId xmlns:a16="http://schemas.microsoft.com/office/drawing/2014/main" id="{0F289DAF-70CC-FFAF-3499-44155E95FDA3}"/>
              </a:ext>
            </a:extLst>
          </p:cNvPr>
          <p:cNvSpPr txBox="1"/>
          <p:nvPr/>
        </p:nvSpPr>
        <p:spPr>
          <a:xfrm>
            <a:off x="21357082" y="7474074"/>
            <a:ext cx="2951389" cy="1200329"/>
          </a:xfrm>
          <a:prstGeom prst="rect">
            <a:avLst/>
          </a:prstGeom>
          <a:noFill/>
        </p:spPr>
        <p:txBody>
          <a:bodyPr wrap="square">
            <a:spAutoFit/>
          </a:bodyPr>
          <a:lstStyle/>
          <a:p>
            <a:r>
              <a:rPr lang="en-US" altLang="zh-CN" dirty="0"/>
              <a:t>《Galata Feature </a:t>
            </a:r>
            <a:r>
              <a:rPr lang="en-US" altLang="zh-CN" dirty="0" err="1"/>
              <a:t>List》https</a:t>
            </a:r>
            <a:r>
              <a:rPr lang="en-US" altLang="zh-CN" dirty="0"/>
              <a:t>://ecarxgroup.feishu.cn/file/F7Q5bZNtMoED0CxOuZWc3c4Fnkg</a:t>
            </a:r>
            <a:endParaRPr lang="zh-CN" altLang="en-US" dirty="0"/>
          </a:p>
        </p:txBody>
      </p:sp>
      <p:sp>
        <p:nvSpPr>
          <p:cNvPr id="13" name="文本框 4">
            <a:extLst>
              <a:ext uri="{FF2B5EF4-FFF2-40B4-BE49-F238E27FC236}">
                <a16:creationId xmlns:a16="http://schemas.microsoft.com/office/drawing/2014/main" id="{A1052876-CEF6-23DD-9661-17976AA1921A}"/>
              </a:ext>
            </a:extLst>
          </p:cNvPr>
          <p:cNvSpPr txBox="1"/>
          <p:nvPr/>
        </p:nvSpPr>
        <p:spPr>
          <a:xfrm>
            <a:off x="21283142" y="10434184"/>
            <a:ext cx="2868639" cy="918178"/>
          </a:xfrm>
          <a:prstGeom prst="rect">
            <a:avLst/>
          </a:prstGeom>
        </p:spPr>
        <p:txBody>
          <a:bodyPr wrap="none" rtlCol="0">
            <a:noAutofit/>
          </a:bodyPr>
          <a:lstStyle/>
          <a:p>
            <a:pPr algn="l"/>
            <a:r>
              <a:rPr lang="zh-CN" altLang="en-US" sz="2800" dirty="0">
                <a:solidFill>
                  <a:srgbClr val="FF0000"/>
                </a:solidFill>
                <a:latin typeface="Arial" panose="020B0604020202020204" pitchFamily="34" charset="0"/>
                <a:cs typeface="Arial" panose="020B0604020202020204" pitchFamily="34" charset="0"/>
              </a:rPr>
              <a:t>注：开发范围外按</a:t>
            </a:r>
            <a:endParaRPr lang="en-US" altLang="zh-CN" sz="2800" dirty="0">
              <a:solidFill>
                <a:srgbClr val="FF0000"/>
              </a:solidFill>
              <a:latin typeface="Arial" panose="020B0604020202020204" pitchFamily="34" charset="0"/>
              <a:cs typeface="Arial" panose="020B0604020202020204" pitchFamily="34" charset="0"/>
            </a:endParaRPr>
          </a:p>
          <a:p>
            <a:pPr algn="l"/>
            <a:r>
              <a:rPr lang="zh-CN" altLang="en-US" sz="2800" dirty="0">
                <a:solidFill>
                  <a:srgbClr val="FF0000"/>
                </a:solidFill>
                <a:latin typeface="Arial" panose="020B0604020202020204" pitchFamily="34" charset="0"/>
                <a:cs typeface="Arial" panose="020B0604020202020204" pitchFamily="34" charset="0"/>
              </a:rPr>
              <a:t>照</a:t>
            </a:r>
            <a:r>
              <a:rPr lang="en-US" altLang="zh-CN" sz="2800" dirty="0">
                <a:solidFill>
                  <a:srgbClr val="FF0000"/>
                </a:solidFill>
                <a:latin typeface="Arial" panose="020B0604020202020204" pitchFamily="34" charset="0"/>
                <a:cs typeface="Arial" panose="020B0604020202020204" pitchFamily="34" charset="0"/>
              </a:rPr>
              <a:t>PCR</a:t>
            </a:r>
            <a:r>
              <a:rPr lang="zh-CN" altLang="en-US" sz="2800" dirty="0">
                <a:solidFill>
                  <a:srgbClr val="FF0000"/>
                </a:solidFill>
                <a:latin typeface="Arial" panose="020B0604020202020204" pitchFamily="34" charset="0"/>
                <a:cs typeface="Arial" panose="020B0604020202020204" pitchFamily="34" charset="0"/>
              </a:rPr>
              <a:t>处理；</a:t>
            </a:r>
            <a:endParaRPr lang="en-US" altLang="zh-CN" sz="2800" dirty="0">
              <a:solidFill>
                <a:srgbClr val="FF0000"/>
              </a:solidFill>
              <a:latin typeface="Arial" panose="020B0604020202020204" pitchFamily="34" charset="0"/>
              <a:cs typeface="Arial" panose="020B0604020202020204" pitchFamily="34" charset="0"/>
            </a:endParaRPr>
          </a:p>
          <a:p>
            <a:pPr algn="l"/>
            <a:endParaRPr lang="zh-CN"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722786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CC2C-3150-834A-C765-EC4D1F18E9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5EC5A3-CA2E-38E8-B87A-514FC3FBB0B3}"/>
              </a:ext>
            </a:extLst>
          </p:cNvPr>
          <p:cNvSpPr>
            <a:spLocks noGrp="1"/>
          </p:cNvSpPr>
          <p:nvPr>
            <p:ph type="title"/>
          </p:nvPr>
        </p:nvSpPr>
        <p:spPr>
          <a:xfrm>
            <a:off x="1403639" y="1191850"/>
            <a:ext cx="21029831" cy="1013790"/>
          </a:xfrm>
        </p:spPr>
        <p:txBody>
          <a:bodyPr/>
          <a:lstStyle/>
          <a:p>
            <a:r>
              <a:rPr lang="en-US" altLang="zh-CN" dirty="0"/>
              <a:t>3 </a:t>
            </a:r>
            <a:r>
              <a:rPr lang="zh-CN" altLang="en-US" dirty="0"/>
              <a:t>项目立项信息</a:t>
            </a:r>
            <a:r>
              <a:rPr lang="en-US" altLang="zh-CN" dirty="0"/>
              <a:t>-</a:t>
            </a:r>
            <a:r>
              <a:rPr lang="zh-CN" altLang="en-US" dirty="0"/>
              <a:t>立项审批已经完成</a:t>
            </a:r>
          </a:p>
        </p:txBody>
      </p:sp>
      <p:sp>
        <p:nvSpPr>
          <p:cNvPr id="4" name="EayslinkWatermark">
            <a:extLst>
              <a:ext uri="{FF2B5EF4-FFF2-40B4-BE49-F238E27FC236}">
                <a16:creationId xmlns:a16="http://schemas.microsoft.com/office/drawing/2014/main" id="{E2B79614-B33C-0541-3126-389AD34031D3}"/>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图片 4">
            <a:extLst>
              <a:ext uri="{FF2B5EF4-FFF2-40B4-BE49-F238E27FC236}">
                <a16:creationId xmlns:a16="http://schemas.microsoft.com/office/drawing/2014/main" id="{9856B7F6-FB27-1CFC-54E9-0F4C181F5A3F}"/>
              </a:ext>
            </a:extLst>
          </p:cNvPr>
          <p:cNvPicPr>
            <a:picLocks noChangeAspect="1"/>
          </p:cNvPicPr>
          <p:nvPr/>
        </p:nvPicPr>
        <p:blipFill>
          <a:blip r:embed="rId3"/>
          <a:stretch>
            <a:fillRect/>
          </a:stretch>
        </p:blipFill>
        <p:spPr>
          <a:xfrm>
            <a:off x="635000" y="2950844"/>
            <a:ext cx="6723287" cy="9382924"/>
          </a:xfrm>
          <a:prstGeom prst="rect">
            <a:avLst/>
          </a:prstGeom>
        </p:spPr>
      </p:pic>
      <p:pic>
        <p:nvPicPr>
          <p:cNvPr id="7" name="图片 6">
            <a:extLst>
              <a:ext uri="{FF2B5EF4-FFF2-40B4-BE49-F238E27FC236}">
                <a16:creationId xmlns:a16="http://schemas.microsoft.com/office/drawing/2014/main" id="{FD62AF6B-2F37-BBB3-70CC-39FFA2B1483A}"/>
              </a:ext>
            </a:extLst>
          </p:cNvPr>
          <p:cNvPicPr>
            <a:picLocks noChangeAspect="1"/>
          </p:cNvPicPr>
          <p:nvPr/>
        </p:nvPicPr>
        <p:blipFill>
          <a:blip r:embed="rId4"/>
          <a:stretch>
            <a:fillRect/>
          </a:stretch>
        </p:blipFill>
        <p:spPr>
          <a:xfrm>
            <a:off x="7811823" y="2484985"/>
            <a:ext cx="6731229" cy="9382924"/>
          </a:xfrm>
          <a:prstGeom prst="rect">
            <a:avLst/>
          </a:prstGeom>
        </p:spPr>
      </p:pic>
      <p:pic>
        <p:nvPicPr>
          <p:cNvPr id="9" name="图片 8">
            <a:extLst>
              <a:ext uri="{FF2B5EF4-FFF2-40B4-BE49-F238E27FC236}">
                <a16:creationId xmlns:a16="http://schemas.microsoft.com/office/drawing/2014/main" id="{10C41205-EED7-9871-E7BF-4DD8E5800E02}"/>
              </a:ext>
            </a:extLst>
          </p:cNvPr>
          <p:cNvPicPr>
            <a:picLocks noChangeAspect="1"/>
          </p:cNvPicPr>
          <p:nvPr/>
        </p:nvPicPr>
        <p:blipFill>
          <a:blip r:embed="rId5"/>
          <a:stretch>
            <a:fillRect/>
          </a:stretch>
        </p:blipFill>
        <p:spPr>
          <a:xfrm>
            <a:off x="14996588" y="2484985"/>
            <a:ext cx="7167384" cy="10039165"/>
          </a:xfrm>
          <a:prstGeom prst="rect">
            <a:avLst/>
          </a:prstGeom>
        </p:spPr>
      </p:pic>
      <p:sp>
        <p:nvSpPr>
          <p:cNvPr id="10" name="文本框 9">
            <a:extLst>
              <a:ext uri="{FF2B5EF4-FFF2-40B4-BE49-F238E27FC236}">
                <a16:creationId xmlns:a16="http://schemas.microsoft.com/office/drawing/2014/main" id="{8653FEE7-AFE8-4925-C56B-B1767C6CC8A7}"/>
              </a:ext>
            </a:extLst>
          </p:cNvPr>
          <p:cNvSpPr txBox="1"/>
          <p:nvPr/>
        </p:nvSpPr>
        <p:spPr>
          <a:xfrm>
            <a:off x="763893" y="12817362"/>
            <a:ext cx="8184471" cy="523220"/>
          </a:xfrm>
          <a:prstGeom prst="rect">
            <a:avLst/>
          </a:prstGeom>
        </p:spPr>
        <p:txBody>
          <a:bodyPr wrap="square" rtlCol="0">
            <a:spAutoFit/>
          </a:bodyPr>
          <a:lstStyle/>
          <a:p>
            <a:pPr algn="l"/>
            <a:r>
              <a:rPr lang="zh-CN" altLang="en-US" sz="2800" b="1" dirty="0">
                <a:latin typeface="Arial" panose="020B0604020202020204" pitchFamily="34" charset="0"/>
                <a:cs typeface="Arial" panose="020B0604020202020204" pitchFamily="34" charset="0"/>
              </a:rPr>
              <a:t>项目立项流程</a:t>
            </a:r>
            <a:r>
              <a:rPr lang="en-US" altLang="zh-CN" sz="2800" b="1" dirty="0">
                <a:latin typeface="Arial" panose="020B0604020202020204" pitchFamily="34" charset="0"/>
                <a:cs typeface="Arial" panose="020B0604020202020204" pitchFamily="34" charset="0"/>
              </a:rPr>
              <a:t>9/25</a:t>
            </a:r>
            <a:r>
              <a:rPr lang="zh-CN" altLang="en-US" sz="2800" b="1" dirty="0">
                <a:latin typeface="Arial" panose="020B0604020202020204" pitchFamily="34" charset="0"/>
                <a:cs typeface="Arial" panose="020B0604020202020204" pitchFamily="34" charset="0"/>
              </a:rPr>
              <a:t>日审批通过，</a:t>
            </a:r>
            <a:r>
              <a:rPr lang="en-US" altLang="zh-CN" sz="2800" b="1" dirty="0">
                <a:latin typeface="Arial" panose="020B0604020202020204" pitchFamily="34" charset="0"/>
                <a:cs typeface="Arial" panose="020B0604020202020204" pitchFamily="34" charset="0"/>
              </a:rPr>
              <a:t>9/28</a:t>
            </a:r>
            <a:r>
              <a:rPr lang="zh-CN" altLang="en-US" sz="2800" b="1" dirty="0">
                <a:latin typeface="Arial" panose="020B0604020202020204" pitchFamily="34" charset="0"/>
                <a:cs typeface="Arial" panose="020B0604020202020204" pitchFamily="34" charset="0"/>
              </a:rPr>
              <a:t>项目正式启动</a:t>
            </a:r>
            <a:r>
              <a:rPr lang="en-US" altLang="zh-CN" sz="2800" dirty="0">
                <a:latin typeface="Arial" panose="020B0604020202020204" pitchFamily="34" charset="0"/>
                <a:cs typeface="Arial" panose="020B0604020202020204" pitchFamily="34" charset="0"/>
              </a:rPr>
              <a:t>.</a:t>
            </a:r>
            <a:endParaRPr lang="zh-CN"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518717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F387F-60DD-6255-CBEC-0CB2BD541AA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64BED1-2127-A56A-FBBF-EA33700637B0}"/>
              </a:ext>
            </a:extLst>
          </p:cNvPr>
          <p:cNvSpPr>
            <a:spLocks noGrp="1"/>
          </p:cNvSpPr>
          <p:nvPr>
            <p:ph type="title"/>
          </p:nvPr>
        </p:nvSpPr>
        <p:spPr>
          <a:xfrm>
            <a:off x="1403639" y="1191850"/>
            <a:ext cx="21029831" cy="1013790"/>
          </a:xfrm>
        </p:spPr>
        <p:txBody>
          <a:bodyPr/>
          <a:lstStyle/>
          <a:p>
            <a:r>
              <a:rPr lang="en-US" altLang="zh-CN" dirty="0"/>
              <a:t>3 </a:t>
            </a:r>
            <a:r>
              <a:rPr lang="zh-CN" altLang="en-US" dirty="0"/>
              <a:t>项目立项信息</a:t>
            </a:r>
            <a:r>
              <a:rPr lang="en-US" altLang="zh-CN" dirty="0"/>
              <a:t>——</a:t>
            </a:r>
            <a:r>
              <a:rPr lang="zh-CN" altLang="en-US" dirty="0"/>
              <a:t>项目编码、物料号、</a:t>
            </a:r>
            <a:r>
              <a:rPr lang="en-US" altLang="zh-CN" dirty="0" err="1"/>
              <a:t>jira</a:t>
            </a:r>
            <a:r>
              <a:rPr lang="zh-CN" altLang="en-US" dirty="0"/>
              <a:t>库、知识库</a:t>
            </a:r>
          </a:p>
        </p:txBody>
      </p:sp>
      <p:sp>
        <p:nvSpPr>
          <p:cNvPr id="4" name="EayslinkWatermark">
            <a:extLst>
              <a:ext uri="{FF2B5EF4-FFF2-40B4-BE49-F238E27FC236}">
                <a16:creationId xmlns:a16="http://schemas.microsoft.com/office/drawing/2014/main" id="{7E25D14C-81D1-99E7-0E43-95F61E5E81F9}"/>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文本框 5">
            <a:extLst>
              <a:ext uri="{FF2B5EF4-FFF2-40B4-BE49-F238E27FC236}">
                <a16:creationId xmlns:a16="http://schemas.microsoft.com/office/drawing/2014/main" id="{85F8A6B6-D3E5-D8BB-8546-08E282CBC932}"/>
              </a:ext>
            </a:extLst>
          </p:cNvPr>
          <p:cNvSpPr txBox="1"/>
          <p:nvPr/>
        </p:nvSpPr>
        <p:spPr>
          <a:xfrm>
            <a:off x="1657122" y="3914392"/>
            <a:ext cx="10534084" cy="4031873"/>
          </a:xfrm>
          <a:prstGeom prst="rect">
            <a:avLst/>
          </a:prstGeom>
          <a:noFill/>
        </p:spPr>
        <p:txBody>
          <a:bodyPr wrap="square">
            <a:spAutoFit/>
          </a:bodyPr>
          <a:lstStyle/>
          <a:p>
            <a:pPr>
              <a:buNone/>
            </a:pPr>
            <a:r>
              <a:rPr lang="zh-CN" altLang="en-US" sz="3200" dirty="0">
                <a:effectLst/>
              </a:rPr>
              <a:t>项目简称：</a:t>
            </a:r>
            <a:r>
              <a:rPr lang="en-US" altLang="zh-CN" sz="3200" dirty="0">
                <a:effectLst/>
              </a:rPr>
              <a:t>8155-DHU-galata </a:t>
            </a:r>
          </a:p>
          <a:p>
            <a:pPr>
              <a:buNone/>
            </a:pPr>
            <a:r>
              <a:rPr lang="zh-CN" altLang="en-US" sz="3200" dirty="0">
                <a:effectLst/>
              </a:rPr>
              <a:t>项目编码：</a:t>
            </a:r>
            <a:r>
              <a:rPr lang="en-US" altLang="zh-CN" sz="3200" dirty="0">
                <a:effectLst/>
              </a:rPr>
              <a:t>DHU302G </a:t>
            </a:r>
          </a:p>
          <a:p>
            <a:pPr>
              <a:buNone/>
            </a:pPr>
            <a:r>
              <a:rPr lang="zh-CN" altLang="en-US" sz="3200" dirty="0">
                <a:effectLst/>
              </a:rPr>
              <a:t>项目名称：</a:t>
            </a:r>
            <a:r>
              <a:rPr lang="en-US" altLang="zh-CN" sz="3200" dirty="0">
                <a:effectLst/>
              </a:rPr>
              <a:t>DHU3C.02.LK.D.G </a:t>
            </a:r>
          </a:p>
          <a:p>
            <a:pPr>
              <a:buNone/>
            </a:pPr>
            <a:r>
              <a:rPr lang="zh-CN" altLang="en-US" sz="3200" dirty="0">
                <a:effectLst/>
              </a:rPr>
              <a:t>客户料号：</a:t>
            </a:r>
            <a:r>
              <a:rPr lang="en-US" altLang="zh-CN" sz="3200" dirty="0">
                <a:effectLst/>
              </a:rPr>
              <a:t>6608452958 </a:t>
            </a:r>
          </a:p>
          <a:p>
            <a:pPr>
              <a:buNone/>
            </a:pPr>
            <a:r>
              <a:rPr lang="zh-CN" altLang="en-US" sz="3200" dirty="0">
                <a:effectLst/>
              </a:rPr>
              <a:t>内部料号：</a:t>
            </a:r>
            <a:r>
              <a:rPr lang="en-US" altLang="zh-CN" sz="3200" dirty="0">
                <a:effectLst/>
              </a:rPr>
              <a:t>14030100266 </a:t>
            </a:r>
          </a:p>
          <a:p>
            <a:pPr>
              <a:buNone/>
            </a:pPr>
            <a:r>
              <a:rPr lang="en-US" altLang="zh-CN" sz="3200" dirty="0">
                <a:effectLst/>
              </a:rPr>
              <a:t>JIRA</a:t>
            </a:r>
            <a:r>
              <a:rPr lang="zh-CN" altLang="en-US" sz="3200" dirty="0">
                <a:effectLst/>
              </a:rPr>
              <a:t>：</a:t>
            </a:r>
            <a:r>
              <a:rPr lang="en-US" altLang="zh-CN" sz="3200" dirty="0">
                <a:hlinkClick r:id="rId3"/>
              </a:rPr>
              <a:t>https://jira.ecarxgroup.com/projects/DHU302G</a:t>
            </a:r>
            <a:r>
              <a:rPr lang="zh-CN" altLang="en-US" sz="3200" dirty="0">
                <a:effectLst/>
              </a:rPr>
              <a:t> </a:t>
            </a:r>
            <a:endParaRPr lang="en-US" altLang="zh-CN" sz="3200" dirty="0">
              <a:effectLst/>
            </a:endParaRPr>
          </a:p>
          <a:p>
            <a:pPr>
              <a:buNone/>
            </a:pPr>
            <a:r>
              <a:rPr lang="zh-CN" altLang="en-US" sz="3200" dirty="0">
                <a:effectLst/>
              </a:rPr>
              <a:t>知识库：</a:t>
            </a:r>
            <a:r>
              <a:rPr lang="en-US" altLang="zh-CN" sz="3200" dirty="0">
                <a:effectLst/>
              </a:rPr>
              <a:t>8155-DHU-galata </a:t>
            </a:r>
            <a:r>
              <a:rPr lang="zh-CN" altLang="en-US" sz="3200" dirty="0">
                <a:effectLst/>
              </a:rPr>
              <a:t>项目库</a:t>
            </a:r>
            <a:r>
              <a:rPr lang="zh-CN" altLang="en-US" sz="3200" dirty="0">
                <a:hlinkClick r:id="rId4"/>
              </a:rPr>
              <a:t> </a:t>
            </a:r>
            <a:r>
              <a:rPr lang="zh-CN" altLang="en-US" sz="3200" dirty="0">
                <a:hlinkClick r:id="rId5"/>
              </a:rPr>
              <a:t>项目管理 </a:t>
            </a:r>
            <a:r>
              <a:rPr lang="en-US" altLang="zh-CN" sz="3200" dirty="0">
                <a:hlinkClick r:id="rId5"/>
              </a:rPr>
              <a:t>- Hi ECARX</a:t>
            </a:r>
            <a:r>
              <a:rPr lang="zh-CN" altLang="en-US" sz="3200" dirty="0">
                <a:hlinkClick r:id="rId5"/>
              </a:rPr>
              <a:t>云文档</a:t>
            </a:r>
            <a:endParaRPr lang="zh-CN" altLang="en-US" sz="3200" dirty="0"/>
          </a:p>
        </p:txBody>
      </p:sp>
      <p:sp>
        <p:nvSpPr>
          <p:cNvPr id="8" name="文本框 7">
            <a:extLst>
              <a:ext uri="{FF2B5EF4-FFF2-40B4-BE49-F238E27FC236}">
                <a16:creationId xmlns:a16="http://schemas.microsoft.com/office/drawing/2014/main" id="{C681CE55-D59B-51B5-C9BD-3893FAE6F9CD}"/>
              </a:ext>
            </a:extLst>
          </p:cNvPr>
          <p:cNvSpPr txBox="1"/>
          <p:nvPr/>
        </p:nvSpPr>
        <p:spPr>
          <a:xfrm>
            <a:off x="1657122" y="10743633"/>
            <a:ext cx="11397961" cy="2246769"/>
          </a:xfrm>
          <a:prstGeom prst="rect">
            <a:avLst/>
          </a:prstGeom>
        </p:spPr>
        <p:txBody>
          <a:bodyPr wrap="square" rtlCol="0">
            <a:spAutoFit/>
          </a:bodyPr>
          <a:lstStyle/>
          <a:p>
            <a:pPr algn="l"/>
            <a:r>
              <a:rPr lang="en-US" altLang="zh-CN" sz="2800" dirty="0">
                <a:latin typeface="Arial" panose="020B0604020202020204" pitchFamily="34" charset="0"/>
                <a:cs typeface="Arial" panose="020B0604020202020204" pitchFamily="34" charset="0"/>
              </a:rPr>
              <a:t>1</a:t>
            </a:r>
            <a:r>
              <a:rPr lang="zh-CN" altLang="en-US" sz="2800" dirty="0">
                <a:latin typeface="Arial" panose="020B0604020202020204" pitchFamily="34" charset="0"/>
                <a:cs typeface="Arial" panose="020B0604020202020204" pitchFamily="34" charset="0"/>
              </a:rPr>
              <a:t>、项目工时可以正常填报；</a:t>
            </a:r>
            <a:endParaRPr lang="en-US" altLang="zh-CN" sz="2800" dirty="0">
              <a:latin typeface="Arial" panose="020B0604020202020204" pitchFamily="34" charset="0"/>
              <a:cs typeface="Arial" panose="020B0604020202020204" pitchFamily="34" charset="0"/>
            </a:endParaRPr>
          </a:p>
          <a:p>
            <a:pPr algn="l"/>
            <a:r>
              <a:rPr lang="en-US" altLang="zh-CN" sz="2800" dirty="0">
                <a:latin typeface="Arial" panose="020B0604020202020204" pitchFamily="34" charset="0"/>
                <a:cs typeface="Arial" panose="020B0604020202020204" pitchFamily="34" charset="0"/>
              </a:rPr>
              <a:t>2</a:t>
            </a:r>
            <a:r>
              <a:rPr lang="zh-CN" altLang="en-US" sz="2800" dirty="0">
                <a:latin typeface="Arial" panose="020B0604020202020204" pitchFamily="34" charset="0"/>
                <a:cs typeface="Arial" panose="020B0604020202020204" pitchFamily="34" charset="0"/>
              </a:rPr>
              <a:t>、差旅可以正常填报；</a:t>
            </a:r>
            <a:endParaRPr lang="en-US" altLang="zh-CN" sz="2800" dirty="0">
              <a:latin typeface="Arial" panose="020B0604020202020204" pitchFamily="34" charset="0"/>
              <a:cs typeface="Arial" panose="020B0604020202020204" pitchFamily="34" charset="0"/>
            </a:endParaRPr>
          </a:p>
          <a:p>
            <a:pPr algn="l"/>
            <a:r>
              <a:rPr lang="en-US" altLang="zh-CN" sz="2800" dirty="0">
                <a:latin typeface="Arial" panose="020B0604020202020204" pitchFamily="34" charset="0"/>
                <a:cs typeface="Arial" panose="020B0604020202020204" pitchFamily="34" charset="0"/>
              </a:rPr>
              <a:t>3</a:t>
            </a:r>
            <a:r>
              <a:rPr lang="zh-CN" altLang="en-US" sz="2800" dirty="0">
                <a:latin typeface="Arial" panose="020B0604020202020204" pitchFamily="34" charset="0"/>
                <a:cs typeface="Arial" panose="020B0604020202020204" pitchFamily="34" charset="0"/>
              </a:rPr>
              <a:t>、项目</a:t>
            </a:r>
            <a:r>
              <a:rPr lang="en-US" altLang="zh-CN" sz="2800" dirty="0">
                <a:latin typeface="Arial" panose="020B0604020202020204" pitchFamily="34" charset="0"/>
                <a:cs typeface="Arial" panose="020B0604020202020204" pitchFamily="34" charset="0"/>
              </a:rPr>
              <a:t>JIRA</a:t>
            </a:r>
            <a:r>
              <a:rPr lang="zh-CN" altLang="en-US" sz="2800" dirty="0">
                <a:latin typeface="Arial" panose="020B0604020202020204" pitchFamily="34" charset="0"/>
                <a:cs typeface="Arial" panose="020B0604020202020204" pitchFamily="34" charset="0"/>
              </a:rPr>
              <a:t>和知识库可以正常使用（权限问题可以找项目经理添加）；</a:t>
            </a:r>
            <a:endParaRPr lang="en-US" altLang="zh-CN" sz="2800" dirty="0">
              <a:latin typeface="Arial" panose="020B0604020202020204" pitchFamily="34" charset="0"/>
              <a:cs typeface="Arial" panose="020B0604020202020204" pitchFamily="34" charset="0"/>
            </a:endParaRPr>
          </a:p>
          <a:p>
            <a:pPr algn="l"/>
            <a:endParaRPr lang="en-US" altLang="zh-CN" sz="2800" dirty="0">
              <a:latin typeface="Arial" panose="020B0604020202020204" pitchFamily="34" charset="0"/>
              <a:cs typeface="Arial" panose="020B0604020202020204" pitchFamily="34" charset="0"/>
            </a:endParaRPr>
          </a:p>
          <a:p>
            <a:pPr algn="l"/>
            <a:endParaRPr lang="en-US" altLang="zh-C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20092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en-US" dirty="0"/>
              <a:t>项目团队成员</a:t>
            </a:r>
          </a:p>
        </p:txBody>
      </p:sp>
      <p:graphicFrame>
        <p:nvGraphicFramePr>
          <p:cNvPr id="3" name="内容占位符 3"/>
          <p:cNvGraphicFramePr/>
          <p:nvPr>
            <p:extLst>
              <p:ext uri="{D42A27DB-BD31-4B8C-83A1-F6EECF244321}">
                <p14:modId xmlns:p14="http://schemas.microsoft.com/office/powerpoint/2010/main" val="1221060988"/>
              </p:ext>
            </p:extLst>
          </p:nvPr>
        </p:nvGraphicFramePr>
        <p:xfrm>
          <a:off x="76200" y="2199386"/>
          <a:ext cx="23190270" cy="9248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9" name="文本框 4"/>
          <p:cNvSpPr txBox="1"/>
          <p:nvPr/>
        </p:nvSpPr>
        <p:spPr>
          <a:xfrm>
            <a:off x="803435" y="11716197"/>
            <a:ext cx="8324236" cy="1155841"/>
          </a:xfrm>
          <a:prstGeom prst="rect">
            <a:avLst/>
          </a:prstGeom>
        </p:spPr>
        <p:txBody>
          <a:bodyPr wrap="none" rtlCol="0">
            <a:noAutofit/>
          </a:bodyPr>
          <a:lstStyle/>
          <a:p>
            <a:pPr algn="l"/>
            <a:r>
              <a:rPr lang="zh-CN" altLang="en-US" sz="2800" dirty="0">
                <a:latin typeface="Arial" panose="020B0604020202020204" pitchFamily="34" charset="0"/>
                <a:cs typeface="Arial" panose="020B0604020202020204" pitchFamily="34" charset="0"/>
              </a:rPr>
              <a:t>注：开发团队来自于</a:t>
            </a:r>
            <a:r>
              <a:rPr lang="en-US" altLang="zh-CN" sz="2800" dirty="0">
                <a:latin typeface="Arial" panose="020B0604020202020204" pitchFamily="34" charset="0"/>
                <a:cs typeface="Arial" panose="020B0604020202020204" pitchFamily="34" charset="0"/>
              </a:rPr>
              <a:t>DX11 EU 8155 </a:t>
            </a:r>
            <a:r>
              <a:rPr lang="zh-CN" altLang="en-US" sz="2800" dirty="0">
                <a:latin typeface="Arial" panose="020B0604020202020204" pitchFamily="34" charset="0"/>
                <a:cs typeface="Arial" panose="020B0604020202020204" pitchFamily="34" charset="0"/>
              </a:rPr>
              <a:t>团队；</a:t>
            </a:r>
            <a:endParaRPr lang="en-US" altLang="zh-CN" sz="2800" dirty="0">
              <a:latin typeface="Arial" panose="020B0604020202020204" pitchFamily="34" charset="0"/>
              <a:cs typeface="Arial" panose="020B0604020202020204" pitchFamily="34" charset="0"/>
            </a:endParaRPr>
          </a:p>
          <a:p>
            <a:pPr algn="l"/>
            <a:endParaRPr lang="zh-CN" altLang="en-US" sz="2800" dirty="0">
              <a:latin typeface="Arial" panose="020B0604020202020204" pitchFamily="34" charset="0"/>
              <a:cs typeface="Arial" panose="020B0604020202020204" pitchFamily="34" charset="0"/>
            </a:endParaRPr>
          </a:p>
        </p:txBody>
      </p:sp>
      <p:sp>
        <p:nvSpPr>
          <p:cNvPr id="70" name="EayslinkWatermark"/>
          <p:cNvSpPr>
            <a:spLocks noGrp="1" noSelect="1" noMove="1" noResize="1" noTextEdit="1"/>
          </p:cNvSpPr>
          <p:nvPr/>
        </p:nvSpPr>
        <p:spPr>
          <a:xfrm>
            <a:off x="76200" y="76200"/>
            <a:ext cx="1117600" cy="520700"/>
          </a:xfrm>
          <a:prstGeom prst="rect">
            <a:avLst/>
          </a:prstGeom>
          <a:blipFill>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4" name="表格 3">
            <a:extLst>
              <a:ext uri="{FF2B5EF4-FFF2-40B4-BE49-F238E27FC236}">
                <a16:creationId xmlns:a16="http://schemas.microsoft.com/office/drawing/2014/main" id="{6B7B7BFC-3B43-D040-A8A6-6E72DC46055D}"/>
              </a:ext>
            </a:extLst>
          </p:cNvPr>
          <p:cNvGraphicFramePr>
            <a:graphicFrameLocks noGrp="1"/>
          </p:cNvGraphicFramePr>
          <p:nvPr>
            <p:extLst>
              <p:ext uri="{D42A27DB-BD31-4B8C-83A1-F6EECF244321}">
                <p14:modId xmlns:p14="http://schemas.microsoft.com/office/powerpoint/2010/main" val="229605902"/>
              </p:ext>
            </p:extLst>
          </p:nvPr>
        </p:nvGraphicFramePr>
        <p:xfrm>
          <a:off x="18563843" y="2268253"/>
          <a:ext cx="4998286" cy="2728291"/>
        </p:xfrm>
        <a:graphic>
          <a:graphicData uri="http://schemas.openxmlformats.org/drawingml/2006/table">
            <a:tbl>
              <a:tblPr firstRow="1" bandRow="1">
                <a:tableStyleId>{5940675A-B579-460E-94D1-54222C63F5DA}</a:tableStyleId>
              </a:tblPr>
              <a:tblGrid>
                <a:gridCol w="1277607">
                  <a:extLst>
                    <a:ext uri="{9D8B030D-6E8A-4147-A177-3AD203B41FA5}">
                      <a16:colId xmlns:a16="http://schemas.microsoft.com/office/drawing/2014/main" val="580750256"/>
                    </a:ext>
                  </a:extLst>
                </a:gridCol>
                <a:gridCol w="3720679">
                  <a:extLst>
                    <a:ext uri="{9D8B030D-6E8A-4147-A177-3AD203B41FA5}">
                      <a16:colId xmlns:a16="http://schemas.microsoft.com/office/drawing/2014/main" val="3399138158"/>
                    </a:ext>
                  </a:extLst>
                </a:gridCol>
              </a:tblGrid>
              <a:tr h="427351">
                <a:tc>
                  <a:txBody>
                    <a:bodyPr/>
                    <a:lstStyle/>
                    <a:p>
                      <a:r>
                        <a:rPr lang="zh-CN" altLang="en-US" sz="1600" dirty="0"/>
                        <a:t>商务</a:t>
                      </a:r>
                    </a:p>
                  </a:txBody>
                  <a:tcPr/>
                </a:tc>
                <a:tc>
                  <a:txBody>
                    <a:bodyPr/>
                    <a:lstStyle/>
                    <a:p>
                      <a:r>
                        <a:rPr lang="zh-CN" altLang="en-US" sz="1600" dirty="0"/>
                        <a:t>黄翔</a:t>
                      </a:r>
                    </a:p>
                  </a:txBody>
                  <a:tcPr/>
                </a:tc>
                <a:extLst>
                  <a:ext uri="{0D108BD9-81ED-4DB2-BD59-A6C34878D82A}">
                    <a16:rowId xmlns:a16="http://schemas.microsoft.com/office/drawing/2014/main" val="1336263997"/>
                  </a:ext>
                </a:extLst>
              </a:tr>
              <a:tr h="383490">
                <a:tc>
                  <a:txBody>
                    <a:bodyPr/>
                    <a:lstStyle/>
                    <a:p>
                      <a:r>
                        <a:rPr lang="zh-CN" altLang="en-US" sz="1600" dirty="0"/>
                        <a:t>项目财务</a:t>
                      </a:r>
                    </a:p>
                  </a:txBody>
                  <a:tcPr/>
                </a:tc>
                <a:tc>
                  <a:txBody>
                    <a:bodyPr/>
                    <a:lstStyle/>
                    <a:p>
                      <a:r>
                        <a:rPr lang="zh-CN" altLang="en-US" sz="1600" dirty="0"/>
                        <a:t>刘莹、沈梦丹</a:t>
                      </a:r>
                    </a:p>
                  </a:txBody>
                  <a:tcPr/>
                </a:tc>
                <a:extLst>
                  <a:ext uri="{0D108BD9-81ED-4DB2-BD59-A6C34878D82A}">
                    <a16:rowId xmlns:a16="http://schemas.microsoft.com/office/drawing/2014/main" val="1326266483"/>
                  </a:ext>
                </a:extLst>
              </a:tr>
              <a:tr h="383490">
                <a:tc>
                  <a:txBody>
                    <a:bodyPr/>
                    <a:lstStyle/>
                    <a:p>
                      <a:r>
                        <a:rPr lang="zh-CN" altLang="en-US" sz="1600" dirty="0"/>
                        <a:t>项目采购</a:t>
                      </a:r>
                    </a:p>
                  </a:txBody>
                  <a:tcPr/>
                </a:tc>
                <a:tc>
                  <a:txBody>
                    <a:bodyPr/>
                    <a:lstStyle/>
                    <a:p>
                      <a:r>
                        <a:rPr lang="zh-CN" altLang="en-US" sz="1600" dirty="0"/>
                        <a:t>邢莹、孟安迎、沈若愚、陈良英</a:t>
                      </a:r>
                    </a:p>
                  </a:txBody>
                  <a:tcPr/>
                </a:tc>
                <a:extLst>
                  <a:ext uri="{0D108BD9-81ED-4DB2-BD59-A6C34878D82A}">
                    <a16:rowId xmlns:a16="http://schemas.microsoft.com/office/drawing/2014/main" val="2738280824"/>
                  </a:ext>
                </a:extLst>
              </a:tr>
              <a:tr h="383490">
                <a:tc>
                  <a:txBody>
                    <a:bodyPr/>
                    <a:lstStyle/>
                    <a:p>
                      <a:r>
                        <a:rPr lang="en-US" altLang="zh-CN" sz="1600" dirty="0"/>
                        <a:t>FAE</a:t>
                      </a:r>
                      <a:endParaRPr lang="zh-CN" altLang="en-US" sz="1600" dirty="0"/>
                    </a:p>
                  </a:txBody>
                  <a:tcPr/>
                </a:tc>
                <a:tc>
                  <a:txBody>
                    <a:bodyPr/>
                    <a:lstStyle/>
                    <a:p>
                      <a:r>
                        <a:rPr lang="en-US" altLang="zh-CN" sz="1600" dirty="0"/>
                        <a:t>TBD</a:t>
                      </a:r>
                      <a:endParaRPr lang="zh-CN" altLang="en-US" sz="1600" dirty="0"/>
                    </a:p>
                  </a:txBody>
                  <a:tcPr/>
                </a:tc>
                <a:extLst>
                  <a:ext uri="{0D108BD9-81ED-4DB2-BD59-A6C34878D82A}">
                    <a16:rowId xmlns:a16="http://schemas.microsoft.com/office/drawing/2014/main" val="3240343408"/>
                  </a:ext>
                </a:extLst>
              </a:tr>
              <a:tr h="383490">
                <a:tc>
                  <a:txBody>
                    <a:bodyPr/>
                    <a:lstStyle/>
                    <a:p>
                      <a:r>
                        <a:rPr lang="zh-CN" altLang="en-US" sz="1600" dirty="0"/>
                        <a:t>研发质量</a:t>
                      </a:r>
                    </a:p>
                  </a:txBody>
                  <a:tcPr/>
                </a:tc>
                <a:tc>
                  <a:txBody>
                    <a:bodyPr/>
                    <a:lstStyle/>
                    <a:p>
                      <a:r>
                        <a:rPr lang="zh-CN" altLang="en-US" sz="1600" dirty="0"/>
                        <a:t>姜波、</a:t>
                      </a:r>
                      <a:r>
                        <a:rPr lang="en-US" altLang="zh-CN" sz="1600" dirty="0"/>
                        <a:t>TBD</a:t>
                      </a:r>
                      <a:endParaRPr lang="zh-CN" altLang="en-US" sz="1600" dirty="0"/>
                    </a:p>
                  </a:txBody>
                  <a:tcPr/>
                </a:tc>
                <a:extLst>
                  <a:ext uri="{0D108BD9-81ED-4DB2-BD59-A6C34878D82A}">
                    <a16:rowId xmlns:a16="http://schemas.microsoft.com/office/drawing/2014/main" val="2207935538"/>
                  </a:ext>
                </a:extLst>
              </a:tr>
              <a:tr h="383490">
                <a:tc>
                  <a:txBody>
                    <a:bodyPr/>
                    <a:lstStyle/>
                    <a:p>
                      <a:r>
                        <a:rPr lang="en-US" altLang="zh-CN" sz="1600" dirty="0"/>
                        <a:t>SWQA</a:t>
                      </a:r>
                      <a:endParaRPr lang="zh-CN" altLang="en-US" sz="1600" dirty="0"/>
                    </a:p>
                  </a:txBody>
                  <a:tcPr/>
                </a:tc>
                <a:tc>
                  <a:txBody>
                    <a:bodyPr/>
                    <a:lstStyle/>
                    <a:p>
                      <a:r>
                        <a:rPr lang="zh-CN" altLang="en-US" sz="1600" dirty="0"/>
                        <a:t>姜波、孟海霞</a:t>
                      </a:r>
                    </a:p>
                  </a:txBody>
                  <a:tcPr/>
                </a:tc>
                <a:extLst>
                  <a:ext uri="{0D108BD9-81ED-4DB2-BD59-A6C34878D82A}">
                    <a16:rowId xmlns:a16="http://schemas.microsoft.com/office/drawing/2014/main" val="1063540610"/>
                  </a:ext>
                </a:extLst>
              </a:tr>
              <a:tr h="383490">
                <a:tc>
                  <a:txBody>
                    <a:bodyPr/>
                    <a:lstStyle/>
                    <a:p>
                      <a:r>
                        <a:rPr lang="zh-CN" altLang="en-US" sz="1600" dirty="0"/>
                        <a:t>硬件测试</a:t>
                      </a:r>
                    </a:p>
                  </a:txBody>
                  <a:tcPr/>
                </a:tc>
                <a:tc>
                  <a:txBody>
                    <a:bodyPr/>
                    <a:lstStyle/>
                    <a:p>
                      <a:r>
                        <a:rPr lang="zh-CN" altLang="en-US" sz="1600" dirty="0"/>
                        <a:t>蔡海军、张紫晴</a:t>
                      </a:r>
                    </a:p>
                  </a:txBody>
                  <a:tcPr/>
                </a:tc>
                <a:extLst>
                  <a:ext uri="{0D108BD9-81ED-4DB2-BD59-A6C34878D82A}">
                    <a16:rowId xmlns:a16="http://schemas.microsoft.com/office/drawing/2014/main" val="2923136345"/>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671178" y="1169152"/>
            <a:ext cx="21029831" cy="1013790"/>
          </a:xfrm>
          <a:prstGeom prst="rect">
            <a:avLst/>
          </a:prstGeom>
        </p:spPr>
        <p:txBody>
          <a:bodyPr>
            <a:noAutofit/>
          </a:bodyPr>
          <a:lstStyle>
            <a:lvl1pPr algn="l" defTabSz="1828800" rtl="0" eaLnBrk="1" latinLnBrk="0" hangingPunct="1">
              <a:lnSpc>
                <a:spcPct val="100000"/>
              </a:lnSpc>
              <a:spcBef>
                <a:spcPct val="0"/>
              </a:spcBef>
              <a:buNone/>
              <a:defRPr sz="5400" kern="1200" spc="0" baseline="0">
                <a:solidFill>
                  <a:schemeClr val="tx1"/>
                </a:solidFill>
                <a:latin typeface="+mj-lt"/>
                <a:ea typeface="+mj-ea"/>
                <a:cs typeface="+mj-cs"/>
              </a:defRPr>
            </a:lvl1pPr>
          </a:lstStyle>
          <a:p>
            <a:r>
              <a:rPr lang="en-US" altLang="zh-CN" dirty="0"/>
              <a:t>5 </a:t>
            </a:r>
            <a:r>
              <a:rPr lang="zh-CN" altLang="en-US" dirty="0"/>
              <a:t>项目开发计划</a:t>
            </a:r>
          </a:p>
        </p:txBody>
      </p:sp>
      <p:sp>
        <p:nvSpPr>
          <p:cNvPr id="14" name="矩形 33"/>
          <p:cNvSpPr/>
          <p:nvPr/>
        </p:nvSpPr>
        <p:spPr>
          <a:xfrm>
            <a:off x="248249" y="3362714"/>
            <a:ext cx="1760784" cy="80608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457200" rtl="0" eaLnBrk="0" fontAlgn="base" latinLnBrk="0" hangingPunct="1">
              <a:lnSpc>
                <a:spcPct val="100000"/>
              </a:lnSpc>
              <a:spcBef>
                <a:spcPct val="0"/>
              </a:spcBef>
              <a:spcAft>
                <a:spcPct val="0"/>
              </a:spcAft>
              <a:buClrTx/>
              <a:buSzTx/>
              <a:buFontTx/>
              <a:buNone/>
            </a:pPr>
            <a:r>
              <a:rPr kumimoji="1" lang="en-US" altLang="zh-CN" sz="2700" b="1" i="0" u="none" strike="noStrike" kern="1200" cap="none" spc="0" normalizeH="0" baseline="0" noProof="0" dirty="0">
                <a:ln>
                  <a:noFill/>
                </a:ln>
                <a:solidFill>
                  <a:schemeClr val="tx1"/>
                </a:solidFill>
                <a:effectLst/>
                <a:uLnTx/>
                <a:uFillTx/>
                <a:latin typeface="微软雅黑" charset="0"/>
                <a:ea typeface="微软雅黑" charset="0"/>
                <a:cs typeface="+mn-cs"/>
                <a:sym typeface="+mn-ea"/>
              </a:rPr>
              <a:t>VPP</a:t>
            </a:r>
          </a:p>
        </p:txBody>
      </p:sp>
      <p:graphicFrame>
        <p:nvGraphicFramePr>
          <p:cNvPr id="30" name="表格 29"/>
          <p:cNvGraphicFramePr>
            <a:graphicFrameLocks noGrp="1"/>
          </p:cNvGraphicFramePr>
          <p:nvPr>
            <p:extLst>
              <p:ext uri="{D42A27DB-BD31-4B8C-83A1-F6EECF244321}">
                <p14:modId xmlns:p14="http://schemas.microsoft.com/office/powerpoint/2010/main" val="1942194170"/>
              </p:ext>
            </p:extLst>
          </p:nvPr>
        </p:nvGraphicFramePr>
        <p:xfrm>
          <a:off x="1128641" y="2037105"/>
          <a:ext cx="22770035" cy="636950"/>
        </p:xfrm>
        <a:graphic>
          <a:graphicData uri="http://schemas.openxmlformats.org/drawingml/2006/table">
            <a:tbl>
              <a:tblPr>
                <a:tableStyleId>{073A0DAA-6AF3-43AB-8588-CEC1D06C72B9}</a:tableStyleId>
              </a:tblPr>
              <a:tblGrid>
                <a:gridCol w="390065">
                  <a:extLst>
                    <a:ext uri="{9D8B030D-6E8A-4147-A177-3AD203B41FA5}">
                      <a16:colId xmlns:a16="http://schemas.microsoft.com/office/drawing/2014/main" val="20000"/>
                    </a:ext>
                  </a:extLst>
                </a:gridCol>
                <a:gridCol w="390065">
                  <a:extLst>
                    <a:ext uri="{9D8B030D-6E8A-4147-A177-3AD203B41FA5}">
                      <a16:colId xmlns:a16="http://schemas.microsoft.com/office/drawing/2014/main" val="20001"/>
                    </a:ext>
                  </a:extLst>
                </a:gridCol>
                <a:gridCol w="390065">
                  <a:extLst>
                    <a:ext uri="{9D8B030D-6E8A-4147-A177-3AD203B41FA5}">
                      <a16:colId xmlns:a16="http://schemas.microsoft.com/office/drawing/2014/main" val="20002"/>
                    </a:ext>
                  </a:extLst>
                </a:gridCol>
                <a:gridCol w="390065">
                  <a:extLst>
                    <a:ext uri="{9D8B030D-6E8A-4147-A177-3AD203B41FA5}">
                      <a16:colId xmlns:a16="http://schemas.microsoft.com/office/drawing/2014/main" val="20003"/>
                    </a:ext>
                  </a:extLst>
                </a:gridCol>
                <a:gridCol w="390065">
                  <a:extLst>
                    <a:ext uri="{9D8B030D-6E8A-4147-A177-3AD203B41FA5}">
                      <a16:colId xmlns:a16="http://schemas.microsoft.com/office/drawing/2014/main" val="20004"/>
                    </a:ext>
                  </a:extLst>
                </a:gridCol>
                <a:gridCol w="390065">
                  <a:extLst>
                    <a:ext uri="{9D8B030D-6E8A-4147-A177-3AD203B41FA5}">
                      <a16:colId xmlns:a16="http://schemas.microsoft.com/office/drawing/2014/main" val="20005"/>
                    </a:ext>
                  </a:extLst>
                </a:gridCol>
                <a:gridCol w="390065">
                  <a:extLst>
                    <a:ext uri="{9D8B030D-6E8A-4147-A177-3AD203B41FA5}">
                      <a16:colId xmlns:a16="http://schemas.microsoft.com/office/drawing/2014/main" val="20006"/>
                    </a:ext>
                  </a:extLst>
                </a:gridCol>
                <a:gridCol w="390065">
                  <a:extLst>
                    <a:ext uri="{9D8B030D-6E8A-4147-A177-3AD203B41FA5}">
                      <a16:colId xmlns:a16="http://schemas.microsoft.com/office/drawing/2014/main" val="20007"/>
                    </a:ext>
                  </a:extLst>
                </a:gridCol>
                <a:gridCol w="390065">
                  <a:extLst>
                    <a:ext uri="{9D8B030D-6E8A-4147-A177-3AD203B41FA5}">
                      <a16:colId xmlns:a16="http://schemas.microsoft.com/office/drawing/2014/main" val="20008"/>
                    </a:ext>
                  </a:extLst>
                </a:gridCol>
                <a:gridCol w="276295">
                  <a:extLst>
                    <a:ext uri="{9D8B030D-6E8A-4147-A177-3AD203B41FA5}">
                      <a16:colId xmlns:a16="http://schemas.microsoft.com/office/drawing/2014/main" val="20009"/>
                    </a:ext>
                  </a:extLst>
                </a:gridCol>
                <a:gridCol w="276295">
                  <a:extLst>
                    <a:ext uri="{9D8B030D-6E8A-4147-A177-3AD203B41FA5}">
                      <a16:colId xmlns:a16="http://schemas.microsoft.com/office/drawing/2014/main" val="20010"/>
                    </a:ext>
                  </a:extLst>
                </a:gridCol>
                <a:gridCol w="276295">
                  <a:extLst>
                    <a:ext uri="{9D8B030D-6E8A-4147-A177-3AD203B41FA5}">
                      <a16:colId xmlns:a16="http://schemas.microsoft.com/office/drawing/2014/main" val="20011"/>
                    </a:ext>
                  </a:extLst>
                </a:gridCol>
                <a:gridCol w="276295">
                  <a:extLst>
                    <a:ext uri="{9D8B030D-6E8A-4147-A177-3AD203B41FA5}">
                      <a16:colId xmlns:a16="http://schemas.microsoft.com/office/drawing/2014/main" val="20012"/>
                    </a:ext>
                  </a:extLst>
                </a:gridCol>
                <a:gridCol w="276295">
                  <a:extLst>
                    <a:ext uri="{9D8B030D-6E8A-4147-A177-3AD203B41FA5}">
                      <a16:colId xmlns:a16="http://schemas.microsoft.com/office/drawing/2014/main" val="20013"/>
                    </a:ext>
                  </a:extLst>
                </a:gridCol>
                <a:gridCol w="276295">
                  <a:extLst>
                    <a:ext uri="{9D8B030D-6E8A-4147-A177-3AD203B41FA5}">
                      <a16:colId xmlns:a16="http://schemas.microsoft.com/office/drawing/2014/main" val="20014"/>
                    </a:ext>
                  </a:extLst>
                </a:gridCol>
                <a:gridCol w="276295">
                  <a:extLst>
                    <a:ext uri="{9D8B030D-6E8A-4147-A177-3AD203B41FA5}">
                      <a16:colId xmlns:a16="http://schemas.microsoft.com/office/drawing/2014/main" val="20015"/>
                    </a:ext>
                  </a:extLst>
                </a:gridCol>
                <a:gridCol w="276295">
                  <a:extLst>
                    <a:ext uri="{9D8B030D-6E8A-4147-A177-3AD203B41FA5}">
                      <a16:colId xmlns:a16="http://schemas.microsoft.com/office/drawing/2014/main" val="20016"/>
                    </a:ext>
                  </a:extLst>
                </a:gridCol>
                <a:gridCol w="276295">
                  <a:extLst>
                    <a:ext uri="{9D8B030D-6E8A-4147-A177-3AD203B41FA5}">
                      <a16:colId xmlns:a16="http://schemas.microsoft.com/office/drawing/2014/main" val="20017"/>
                    </a:ext>
                  </a:extLst>
                </a:gridCol>
                <a:gridCol w="390065">
                  <a:extLst>
                    <a:ext uri="{9D8B030D-6E8A-4147-A177-3AD203B41FA5}">
                      <a16:colId xmlns:a16="http://schemas.microsoft.com/office/drawing/2014/main" val="20018"/>
                    </a:ext>
                  </a:extLst>
                </a:gridCol>
                <a:gridCol w="390065">
                  <a:extLst>
                    <a:ext uri="{9D8B030D-6E8A-4147-A177-3AD203B41FA5}">
                      <a16:colId xmlns:a16="http://schemas.microsoft.com/office/drawing/2014/main" val="20019"/>
                    </a:ext>
                  </a:extLst>
                </a:gridCol>
                <a:gridCol w="390065">
                  <a:extLst>
                    <a:ext uri="{9D8B030D-6E8A-4147-A177-3AD203B41FA5}">
                      <a16:colId xmlns:a16="http://schemas.microsoft.com/office/drawing/2014/main" val="20020"/>
                    </a:ext>
                  </a:extLst>
                </a:gridCol>
                <a:gridCol w="390065">
                  <a:extLst>
                    <a:ext uri="{9D8B030D-6E8A-4147-A177-3AD203B41FA5}">
                      <a16:colId xmlns:a16="http://schemas.microsoft.com/office/drawing/2014/main" val="20021"/>
                    </a:ext>
                  </a:extLst>
                </a:gridCol>
                <a:gridCol w="390065">
                  <a:extLst>
                    <a:ext uri="{9D8B030D-6E8A-4147-A177-3AD203B41FA5}">
                      <a16:colId xmlns:a16="http://schemas.microsoft.com/office/drawing/2014/main" val="20022"/>
                    </a:ext>
                  </a:extLst>
                </a:gridCol>
                <a:gridCol w="390065">
                  <a:extLst>
                    <a:ext uri="{9D8B030D-6E8A-4147-A177-3AD203B41FA5}">
                      <a16:colId xmlns:a16="http://schemas.microsoft.com/office/drawing/2014/main" val="20023"/>
                    </a:ext>
                  </a:extLst>
                </a:gridCol>
                <a:gridCol w="390065">
                  <a:extLst>
                    <a:ext uri="{9D8B030D-6E8A-4147-A177-3AD203B41FA5}">
                      <a16:colId xmlns:a16="http://schemas.microsoft.com/office/drawing/2014/main" val="20024"/>
                    </a:ext>
                  </a:extLst>
                </a:gridCol>
                <a:gridCol w="390065">
                  <a:extLst>
                    <a:ext uri="{9D8B030D-6E8A-4147-A177-3AD203B41FA5}">
                      <a16:colId xmlns:a16="http://schemas.microsoft.com/office/drawing/2014/main" val="20025"/>
                    </a:ext>
                  </a:extLst>
                </a:gridCol>
                <a:gridCol w="390065">
                  <a:extLst>
                    <a:ext uri="{9D8B030D-6E8A-4147-A177-3AD203B41FA5}">
                      <a16:colId xmlns:a16="http://schemas.microsoft.com/office/drawing/2014/main" val="20026"/>
                    </a:ext>
                  </a:extLst>
                </a:gridCol>
                <a:gridCol w="390065">
                  <a:extLst>
                    <a:ext uri="{9D8B030D-6E8A-4147-A177-3AD203B41FA5}">
                      <a16:colId xmlns:a16="http://schemas.microsoft.com/office/drawing/2014/main" val="20027"/>
                    </a:ext>
                  </a:extLst>
                </a:gridCol>
                <a:gridCol w="390065">
                  <a:extLst>
                    <a:ext uri="{9D8B030D-6E8A-4147-A177-3AD203B41FA5}">
                      <a16:colId xmlns:a16="http://schemas.microsoft.com/office/drawing/2014/main" val="20028"/>
                    </a:ext>
                  </a:extLst>
                </a:gridCol>
                <a:gridCol w="390065">
                  <a:extLst>
                    <a:ext uri="{9D8B030D-6E8A-4147-A177-3AD203B41FA5}">
                      <a16:colId xmlns:a16="http://schemas.microsoft.com/office/drawing/2014/main" val="20029"/>
                    </a:ext>
                  </a:extLst>
                </a:gridCol>
                <a:gridCol w="390065">
                  <a:extLst>
                    <a:ext uri="{9D8B030D-6E8A-4147-A177-3AD203B41FA5}">
                      <a16:colId xmlns:a16="http://schemas.microsoft.com/office/drawing/2014/main" val="20030"/>
                    </a:ext>
                  </a:extLst>
                </a:gridCol>
                <a:gridCol w="390065">
                  <a:extLst>
                    <a:ext uri="{9D8B030D-6E8A-4147-A177-3AD203B41FA5}">
                      <a16:colId xmlns:a16="http://schemas.microsoft.com/office/drawing/2014/main" val="20031"/>
                    </a:ext>
                  </a:extLst>
                </a:gridCol>
                <a:gridCol w="390065">
                  <a:extLst>
                    <a:ext uri="{9D8B030D-6E8A-4147-A177-3AD203B41FA5}">
                      <a16:colId xmlns:a16="http://schemas.microsoft.com/office/drawing/2014/main" val="20032"/>
                    </a:ext>
                  </a:extLst>
                </a:gridCol>
                <a:gridCol w="390065">
                  <a:extLst>
                    <a:ext uri="{9D8B030D-6E8A-4147-A177-3AD203B41FA5}">
                      <a16:colId xmlns:a16="http://schemas.microsoft.com/office/drawing/2014/main" val="20033"/>
                    </a:ext>
                  </a:extLst>
                </a:gridCol>
                <a:gridCol w="390065">
                  <a:extLst>
                    <a:ext uri="{9D8B030D-6E8A-4147-A177-3AD203B41FA5}">
                      <a16:colId xmlns:a16="http://schemas.microsoft.com/office/drawing/2014/main" val="20034"/>
                    </a:ext>
                  </a:extLst>
                </a:gridCol>
                <a:gridCol w="390065">
                  <a:extLst>
                    <a:ext uri="{9D8B030D-6E8A-4147-A177-3AD203B41FA5}">
                      <a16:colId xmlns:a16="http://schemas.microsoft.com/office/drawing/2014/main" val="20035"/>
                    </a:ext>
                  </a:extLst>
                </a:gridCol>
                <a:gridCol w="390065">
                  <a:extLst>
                    <a:ext uri="{9D8B030D-6E8A-4147-A177-3AD203B41FA5}">
                      <a16:colId xmlns:a16="http://schemas.microsoft.com/office/drawing/2014/main" val="20036"/>
                    </a:ext>
                  </a:extLst>
                </a:gridCol>
                <a:gridCol w="390065">
                  <a:extLst>
                    <a:ext uri="{9D8B030D-6E8A-4147-A177-3AD203B41FA5}">
                      <a16:colId xmlns:a16="http://schemas.microsoft.com/office/drawing/2014/main" val="20037"/>
                    </a:ext>
                  </a:extLst>
                </a:gridCol>
                <a:gridCol w="390065">
                  <a:extLst>
                    <a:ext uri="{9D8B030D-6E8A-4147-A177-3AD203B41FA5}">
                      <a16:colId xmlns:a16="http://schemas.microsoft.com/office/drawing/2014/main" val="20038"/>
                    </a:ext>
                  </a:extLst>
                </a:gridCol>
                <a:gridCol w="390065">
                  <a:extLst>
                    <a:ext uri="{9D8B030D-6E8A-4147-A177-3AD203B41FA5}">
                      <a16:colId xmlns:a16="http://schemas.microsoft.com/office/drawing/2014/main" val="20039"/>
                    </a:ext>
                  </a:extLst>
                </a:gridCol>
                <a:gridCol w="390065">
                  <a:extLst>
                    <a:ext uri="{9D8B030D-6E8A-4147-A177-3AD203B41FA5}">
                      <a16:colId xmlns:a16="http://schemas.microsoft.com/office/drawing/2014/main" val="20040"/>
                    </a:ext>
                  </a:extLst>
                </a:gridCol>
                <a:gridCol w="390065">
                  <a:extLst>
                    <a:ext uri="{9D8B030D-6E8A-4147-A177-3AD203B41FA5}">
                      <a16:colId xmlns:a16="http://schemas.microsoft.com/office/drawing/2014/main" val="20041"/>
                    </a:ext>
                  </a:extLst>
                </a:gridCol>
                <a:gridCol w="390065">
                  <a:extLst>
                    <a:ext uri="{9D8B030D-6E8A-4147-A177-3AD203B41FA5}">
                      <a16:colId xmlns:a16="http://schemas.microsoft.com/office/drawing/2014/main" val="20042"/>
                    </a:ext>
                  </a:extLst>
                </a:gridCol>
                <a:gridCol w="390065">
                  <a:extLst>
                    <a:ext uri="{9D8B030D-6E8A-4147-A177-3AD203B41FA5}">
                      <a16:colId xmlns:a16="http://schemas.microsoft.com/office/drawing/2014/main" val="20043"/>
                    </a:ext>
                  </a:extLst>
                </a:gridCol>
                <a:gridCol w="390065">
                  <a:extLst>
                    <a:ext uri="{9D8B030D-6E8A-4147-A177-3AD203B41FA5}">
                      <a16:colId xmlns:a16="http://schemas.microsoft.com/office/drawing/2014/main" val="20044"/>
                    </a:ext>
                  </a:extLst>
                </a:gridCol>
                <a:gridCol w="390065">
                  <a:extLst>
                    <a:ext uri="{9D8B030D-6E8A-4147-A177-3AD203B41FA5}">
                      <a16:colId xmlns:a16="http://schemas.microsoft.com/office/drawing/2014/main" val="20045"/>
                    </a:ext>
                  </a:extLst>
                </a:gridCol>
                <a:gridCol w="390065">
                  <a:extLst>
                    <a:ext uri="{9D8B030D-6E8A-4147-A177-3AD203B41FA5}">
                      <a16:colId xmlns:a16="http://schemas.microsoft.com/office/drawing/2014/main" val="20046"/>
                    </a:ext>
                  </a:extLst>
                </a:gridCol>
                <a:gridCol w="390065">
                  <a:extLst>
                    <a:ext uri="{9D8B030D-6E8A-4147-A177-3AD203B41FA5}">
                      <a16:colId xmlns:a16="http://schemas.microsoft.com/office/drawing/2014/main" val="20047"/>
                    </a:ext>
                  </a:extLst>
                </a:gridCol>
                <a:gridCol w="390065">
                  <a:extLst>
                    <a:ext uri="{9D8B030D-6E8A-4147-A177-3AD203B41FA5}">
                      <a16:colId xmlns:a16="http://schemas.microsoft.com/office/drawing/2014/main" val="20048"/>
                    </a:ext>
                  </a:extLst>
                </a:gridCol>
                <a:gridCol w="390065">
                  <a:extLst>
                    <a:ext uri="{9D8B030D-6E8A-4147-A177-3AD203B41FA5}">
                      <a16:colId xmlns:a16="http://schemas.microsoft.com/office/drawing/2014/main" val="20049"/>
                    </a:ext>
                  </a:extLst>
                </a:gridCol>
                <a:gridCol w="390065">
                  <a:extLst>
                    <a:ext uri="{9D8B030D-6E8A-4147-A177-3AD203B41FA5}">
                      <a16:colId xmlns:a16="http://schemas.microsoft.com/office/drawing/2014/main" val="20050"/>
                    </a:ext>
                  </a:extLst>
                </a:gridCol>
                <a:gridCol w="390065">
                  <a:extLst>
                    <a:ext uri="{9D8B030D-6E8A-4147-A177-3AD203B41FA5}">
                      <a16:colId xmlns:a16="http://schemas.microsoft.com/office/drawing/2014/main" val="20051"/>
                    </a:ext>
                  </a:extLst>
                </a:gridCol>
                <a:gridCol w="390065">
                  <a:extLst>
                    <a:ext uri="{9D8B030D-6E8A-4147-A177-3AD203B41FA5}">
                      <a16:colId xmlns:a16="http://schemas.microsoft.com/office/drawing/2014/main" val="20052"/>
                    </a:ext>
                  </a:extLst>
                </a:gridCol>
                <a:gridCol w="390065">
                  <a:extLst>
                    <a:ext uri="{9D8B030D-6E8A-4147-A177-3AD203B41FA5}">
                      <a16:colId xmlns:a16="http://schemas.microsoft.com/office/drawing/2014/main" val="20053"/>
                    </a:ext>
                  </a:extLst>
                </a:gridCol>
                <a:gridCol w="390065">
                  <a:extLst>
                    <a:ext uri="{9D8B030D-6E8A-4147-A177-3AD203B41FA5}">
                      <a16:colId xmlns:a16="http://schemas.microsoft.com/office/drawing/2014/main" val="20054"/>
                    </a:ext>
                  </a:extLst>
                </a:gridCol>
                <a:gridCol w="390065">
                  <a:extLst>
                    <a:ext uri="{9D8B030D-6E8A-4147-A177-3AD203B41FA5}">
                      <a16:colId xmlns:a16="http://schemas.microsoft.com/office/drawing/2014/main" val="20055"/>
                    </a:ext>
                  </a:extLst>
                </a:gridCol>
                <a:gridCol w="390065">
                  <a:extLst>
                    <a:ext uri="{9D8B030D-6E8A-4147-A177-3AD203B41FA5}">
                      <a16:colId xmlns:a16="http://schemas.microsoft.com/office/drawing/2014/main" val="20056"/>
                    </a:ext>
                  </a:extLst>
                </a:gridCol>
                <a:gridCol w="390065">
                  <a:extLst>
                    <a:ext uri="{9D8B030D-6E8A-4147-A177-3AD203B41FA5}">
                      <a16:colId xmlns:a16="http://schemas.microsoft.com/office/drawing/2014/main" val="20057"/>
                    </a:ext>
                  </a:extLst>
                </a:gridCol>
                <a:gridCol w="390065">
                  <a:extLst>
                    <a:ext uri="{9D8B030D-6E8A-4147-A177-3AD203B41FA5}">
                      <a16:colId xmlns:a16="http://schemas.microsoft.com/office/drawing/2014/main" val="20058"/>
                    </a:ext>
                  </a:extLst>
                </a:gridCol>
                <a:gridCol w="390065">
                  <a:extLst>
                    <a:ext uri="{9D8B030D-6E8A-4147-A177-3AD203B41FA5}">
                      <a16:colId xmlns:a16="http://schemas.microsoft.com/office/drawing/2014/main" val="20059"/>
                    </a:ext>
                  </a:extLst>
                </a:gridCol>
                <a:gridCol w="390065">
                  <a:extLst>
                    <a:ext uri="{9D8B030D-6E8A-4147-A177-3AD203B41FA5}">
                      <a16:colId xmlns:a16="http://schemas.microsoft.com/office/drawing/2014/main" val="20060"/>
                    </a:ext>
                  </a:extLst>
                </a:gridCol>
              </a:tblGrid>
              <a:tr h="336905">
                <a:tc gridSpan="5">
                  <a:txBody>
                    <a:bodyPr/>
                    <a:lstStyle/>
                    <a:p>
                      <a:pPr algn="ctr" fontAlgn="ctr"/>
                      <a:r>
                        <a:rPr lang="en-US" sz="1400" u="none" strike="noStrike" dirty="0">
                          <a:effectLst/>
                          <a:latin typeface="微软雅黑" panose="020B0503020204020204" pitchFamily="34" charset="-122"/>
                          <a:ea typeface="微软雅黑" panose="020B0503020204020204" pitchFamily="34" charset="-122"/>
                        </a:rPr>
                        <a:t>Nov</a:t>
                      </a:r>
                      <a:endParaRPr 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ctr"/>
                      <a:r>
                        <a:rPr lang="en-US" sz="1400" u="none" strike="noStrike">
                          <a:effectLst/>
                          <a:latin typeface="微软雅黑" panose="020B0503020204020204" pitchFamily="34" charset="-122"/>
                          <a:ea typeface="微软雅黑" panose="020B0503020204020204" pitchFamily="34" charset="-122"/>
                        </a:rPr>
                        <a:t>Dec</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hMerge="1">
                  <a:txBody>
                    <a:bodyPr/>
                    <a:lstStyle/>
                    <a:p>
                      <a:endParaRPr/>
                    </a:p>
                  </a:txBody>
                  <a:tcPr/>
                </a:tc>
                <a:tc hMerge="1">
                  <a:txBody>
                    <a:bodyPr/>
                    <a:lstStyle/>
                    <a:p>
                      <a:endParaRPr/>
                    </a:p>
                  </a:txBody>
                  <a:tcPr/>
                </a:tc>
                <a:tc hMerge="1">
                  <a:txBody>
                    <a:bodyPr/>
                    <a:lstStyle/>
                    <a:p>
                      <a:endParaRPr/>
                    </a:p>
                  </a:txBody>
                  <a:tcPr/>
                </a:tc>
                <a:tc gridSpan="5">
                  <a:txBody>
                    <a:bodyPr/>
                    <a:lstStyle/>
                    <a:p>
                      <a:pPr algn="ctr" fontAlgn="ctr"/>
                      <a:r>
                        <a:rPr lang="en-US" sz="1400" u="none" strike="noStrike">
                          <a:effectLst/>
                          <a:latin typeface="微软雅黑" panose="020B0503020204020204" pitchFamily="34" charset="-122"/>
                          <a:ea typeface="微软雅黑" panose="020B0503020204020204" pitchFamily="34" charset="-122"/>
                        </a:rPr>
                        <a:t>Jan</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dirty="0">
                          <a:effectLst/>
                          <a:latin typeface="微软雅黑" panose="020B0503020204020204" pitchFamily="34" charset="-122"/>
                          <a:ea typeface="微软雅黑" panose="020B0503020204020204" pitchFamily="34" charset="-122"/>
                        </a:rPr>
                        <a:t>Feb</a:t>
                      </a:r>
                      <a:endParaRPr 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Mar</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Apr</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gridSpan="5">
                  <a:txBody>
                    <a:bodyPr/>
                    <a:lstStyle/>
                    <a:p>
                      <a:pPr algn="ctr" fontAlgn="b"/>
                      <a:r>
                        <a:rPr lang="en-US" sz="1400" u="none" strike="noStrike">
                          <a:effectLst/>
                          <a:latin typeface="微软雅黑" panose="020B0503020204020204" pitchFamily="34" charset="-122"/>
                          <a:ea typeface="微软雅黑" panose="020B0503020204020204" pitchFamily="34" charset="-122"/>
                        </a:rPr>
                        <a:t>May</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Jun</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Jul</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gridSpan="5">
                  <a:txBody>
                    <a:bodyPr/>
                    <a:lstStyle/>
                    <a:p>
                      <a:pPr algn="ctr" fontAlgn="b"/>
                      <a:r>
                        <a:rPr lang="en-US" sz="1400" u="none" strike="noStrike">
                          <a:effectLst/>
                          <a:latin typeface="微软雅黑" panose="020B0503020204020204" pitchFamily="34" charset="-122"/>
                          <a:ea typeface="微软雅黑" panose="020B0503020204020204" pitchFamily="34" charset="-122"/>
                        </a:rPr>
                        <a:t>Aug</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Sep</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Oct</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gridSpan="5">
                  <a:txBody>
                    <a:bodyPr/>
                    <a:lstStyle/>
                    <a:p>
                      <a:pPr algn="ctr" fontAlgn="b"/>
                      <a:r>
                        <a:rPr lang="en-US" sz="1400" u="none" strike="noStrike">
                          <a:effectLst/>
                          <a:latin typeface="微软雅黑" panose="020B0503020204020204" pitchFamily="34" charset="-122"/>
                          <a:ea typeface="微软雅黑" panose="020B0503020204020204" pitchFamily="34" charset="-122"/>
                        </a:rPr>
                        <a:t>Nov</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Dec</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00045">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dirty="0">
                          <a:effectLst/>
                          <a:latin typeface="微软雅黑" panose="020B0503020204020204" pitchFamily="34" charset="-122"/>
                          <a:ea typeface="微软雅黑" panose="020B0503020204020204" pitchFamily="34" charset="-122"/>
                        </a:rPr>
                        <a:t>1</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dirty="0">
                          <a:effectLst/>
                          <a:latin typeface="微软雅黑" panose="020B0503020204020204" pitchFamily="34" charset="-122"/>
                          <a:ea typeface="微软雅黑" panose="020B0503020204020204" pitchFamily="34" charset="-122"/>
                        </a:rPr>
                        <a:t>4</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dirty="0">
                          <a:effectLst/>
                          <a:latin typeface="微软雅黑" panose="020B0503020204020204" pitchFamily="34" charset="-122"/>
                          <a:ea typeface="微软雅黑" panose="020B0503020204020204" pitchFamily="34" charset="-122"/>
                        </a:rPr>
                        <a:t>52</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0001"/>
                  </a:ext>
                </a:extLst>
              </a:tr>
            </a:tbl>
          </a:graphicData>
        </a:graphic>
      </p:graphicFrame>
      <p:cxnSp>
        <p:nvCxnSpPr>
          <p:cNvPr id="52" name="曲线连接符 51"/>
          <p:cNvCxnSpPr>
            <a:cxnSpLocks/>
            <a:endCxn id="4" idx="4"/>
          </p:cNvCxnSpPr>
          <p:nvPr userDrawn="1"/>
        </p:nvCxnSpPr>
        <p:spPr>
          <a:xfrm rot="16200000" flipV="1">
            <a:off x="2670238" y="6411503"/>
            <a:ext cx="1310719" cy="449995"/>
          </a:xfrm>
          <a:prstGeom prst="curvedConnector3">
            <a:avLst>
              <a:gd name="adj1" fmla="val 50000"/>
            </a:avLst>
          </a:prstGeom>
          <a:ln w="19050" cap="flat" cmpd="sng" algn="ctr">
            <a:solidFill>
              <a:srgbClr val="979797">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cxnSp>
        <p:nvCxnSpPr>
          <p:cNvPr id="53" name="曲线连接符 52"/>
          <p:cNvCxnSpPr>
            <a:cxnSpLocks/>
            <a:stCxn id="10" idx="0"/>
            <a:endCxn id="93" idx="2"/>
          </p:cNvCxnSpPr>
          <p:nvPr userDrawn="1"/>
        </p:nvCxnSpPr>
        <p:spPr>
          <a:xfrm rot="16200000" flipV="1">
            <a:off x="7590494" y="5524801"/>
            <a:ext cx="888813" cy="2760610"/>
          </a:xfrm>
          <a:prstGeom prst="curvedConnector3">
            <a:avLst>
              <a:gd name="adj1" fmla="val 50000"/>
            </a:avLst>
          </a:prstGeom>
          <a:ln w="19050" cap="flat" cmpd="sng" algn="ctr">
            <a:solidFill>
              <a:srgbClr val="979797">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
        <p:nvSpPr>
          <p:cNvPr id="81" name="EayslinkWatermark"/>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30" name="曲线连接符 52">
            <a:extLst>
              <a:ext uri="{FF2B5EF4-FFF2-40B4-BE49-F238E27FC236}">
                <a16:creationId xmlns:a16="http://schemas.microsoft.com/office/drawing/2014/main" id="{4EA96157-C00F-EC8E-9F17-E6536152405D}"/>
              </a:ext>
            </a:extLst>
          </p:cNvPr>
          <p:cNvCxnSpPr>
            <a:cxnSpLocks/>
          </p:cNvCxnSpPr>
          <p:nvPr/>
        </p:nvCxnSpPr>
        <p:spPr>
          <a:xfrm rot="5400000" flipH="1" flipV="1">
            <a:off x="14515646" y="6436349"/>
            <a:ext cx="1258571" cy="452450"/>
          </a:xfrm>
          <a:prstGeom prst="curvedConnector3">
            <a:avLst>
              <a:gd name="adj1" fmla="val 50000"/>
            </a:avLst>
          </a:prstGeom>
          <a:ln w="19050" cap="flat" cmpd="sng" algn="ctr">
            <a:solidFill>
              <a:srgbClr val="979797">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B85A5CF0-B70B-F87B-E4D1-200F4895B23B}"/>
              </a:ext>
            </a:extLst>
          </p:cNvPr>
          <p:cNvGrpSpPr/>
          <p:nvPr/>
        </p:nvGrpSpPr>
        <p:grpSpPr>
          <a:xfrm>
            <a:off x="248273" y="3016893"/>
            <a:ext cx="24123325" cy="3443806"/>
            <a:chOff x="248273" y="3016893"/>
            <a:chExt cx="24123325" cy="3443806"/>
          </a:xfrm>
        </p:grpSpPr>
        <p:cxnSp>
          <p:nvCxnSpPr>
            <p:cNvPr id="15" name="直接连接符 14"/>
            <p:cNvCxnSpPr/>
            <p:nvPr/>
          </p:nvCxnSpPr>
          <p:spPr>
            <a:xfrm>
              <a:off x="2283990" y="3728883"/>
              <a:ext cx="2144384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矩形 33"/>
            <p:cNvSpPr/>
            <p:nvPr/>
          </p:nvSpPr>
          <p:spPr>
            <a:xfrm>
              <a:off x="248273" y="5411613"/>
              <a:ext cx="1760784" cy="80608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457200" rtl="0" eaLnBrk="0" fontAlgn="base" latinLnBrk="0" hangingPunct="1">
                <a:lnSpc>
                  <a:spcPct val="100000"/>
                </a:lnSpc>
                <a:spcBef>
                  <a:spcPct val="0"/>
                </a:spcBef>
                <a:spcAft>
                  <a:spcPct val="0"/>
                </a:spcAft>
                <a:buClrTx/>
                <a:buSzTx/>
                <a:buFontTx/>
                <a:buNone/>
              </a:pPr>
              <a:r>
                <a:rPr kumimoji="1" lang="en-US" altLang="zh-CN" sz="2700" b="1" dirty="0">
                  <a:solidFill>
                    <a:schemeClr val="tx1"/>
                  </a:solidFill>
                  <a:latin typeface="微软雅黑" charset="0"/>
                  <a:ea typeface="微软雅黑" charset="0"/>
                  <a:sym typeface="+mn-ea"/>
                </a:rPr>
                <a:t>DHU SW</a:t>
              </a:r>
              <a:endParaRPr kumimoji="1" lang="en-US" altLang="zh-CN" sz="2700" b="1" i="0" u="none" strike="noStrike" kern="1200" cap="none" spc="0" normalizeH="0" baseline="0" noProof="0" dirty="0">
                <a:ln>
                  <a:noFill/>
                </a:ln>
                <a:solidFill>
                  <a:schemeClr val="tx1"/>
                </a:solidFill>
                <a:effectLst/>
                <a:uLnTx/>
                <a:uFillTx/>
                <a:latin typeface="微软雅黑" charset="0"/>
                <a:ea typeface="微软雅黑" charset="0"/>
                <a:cs typeface="+mn-cs"/>
                <a:sym typeface="+mn-ea"/>
              </a:endParaRPr>
            </a:p>
          </p:txBody>
        </p:sp>
        <p:cxnSp>
          <p:nvCxnSpPr>
            <p:cNvPr id="3" name="直接连接符 2"/>
            <p:cNvCxnSpPr/>
            <p:nvPr/>
          </p:nvCxnSpPr>
          <p:spPr>
            <a:xfrm>
              <a:off x="2283970" y="5882207"/>
              <a:ext cx="21373857"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86" name="组合 85">
              <a:extLst>
                <a:ext uri="{FF2B5EF4-FFF2-40B4-BE49-F238E27FC236}">
                  <a16:creationId xmlns:a16="http://schemas.microsoft.com/office/drawing/2014/main" id="{11B6D131-96D3-3AC4-A8D0-A6E72AC31CD7}"/>
                </a:ext>
              </a:extLst>
            </p:cNvPr>
            <p:cNvGrpSpPr/>
            <p:nvPr/>
          </p:nvGrpSpPr>
          <p:grpSpPr>
            <a:xfrm>
              <a:off x="2558604" y="5162550"/>
              <a:ext cx="1348361" cy="1246003"/>
              <a:chOff x="2558604" y="5162550"/>
              <a:chExt cx="1348361" cy="1246003"/>
            </a:xfrm>
          </p:grpSpPr>
          <p:sp>
            <p:nvSpPr>
              <p:cNvPr id="4"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1" name="文本框 10"/>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VP2</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13" name="文本框 12"/>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25W47</a:t>
                </a:r>
                <a:r>
                  <a:rPr lang="zh-CN" altLang="en-US" sz="1700" dirty="0">
                    <a:latin typeface="Arial" panose="020B0604020202020204" pitchFamily="34" charset="0"/>
                    <a:cs typeface="Arial" panose="020B0604020202020204" pitchFamily="34" charset="0"/>
                  </a:rPr>
                  <a:t> </a:t>
                </a:r>
              </a:p>
            </p:txBody>
          </p:sp>
        </p:grpSp>
        <p:grpSp>
          <p:nvGrpSpPr>
            <p:cNvPr id="91" name="组合 90">
              <a:extLst>
                <a:ext uri="{FF2B5EF4-FFF2-40B4-BE49-F238E27FC236}">
                  <a16:creationId xmlns:a16="http://schemas.microsoft.com/office/drawing/2014/main" id="{6A0982ED-01E5-3E2A-D1BC-74FD37F03AC5}"/>
                </a:ext>
              </a:extLst>
            </p:cNvPr>
            <p:cNvGrpSpPr/>
            <p:nvPr/>
          </p:nvGrpSpPr>
          <p:grpSpPr>
            <a:xfrm>
              <a:off x="6075242" y="5214696"/>
              <a:ext cx="1348361" cy="1246003"/>
              <a:chOff x="2558604" y="5162550"/>
              <a:chExt cx="1348361" cy="1246003"/>
            </a:xfrm>
          </p:grpSpPr>
          <p:sp>
            <p:nvSpPr>
              <p:cNvPr id="92" name="流程图: 决策 5">
                <a:extLst>
                  <a:ext uri="{FF2B5EF4-FFF2-40B4-BE49-F238E27FC236}">
                    <a16:creationId xmlns:a16="http://schemas.microsoft.com/office/drawing/2014/main" id="{DCD56C3F-E9EE-6A9C-2C13-EC529DDAFB80}"/>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93" name="文本框 92">
                <a:extLst>
                  <a:ext uri="{FF2B5EF4-FFF2-40B4-BE49-F238E27FC236}">
                    <a16:creationId xmlns:a16="http://schemas.microsoft.com/office/drawing/2014/main" id="{0914B5A1-7B10-D23D-765A-848C00F29F7E}"/>
                  </a:ext>
                </a:extLst>
              </p:cNvPr>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TT</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94" name="文本框 93">
                <a:extLst>
                  <a:ext uri="{FF2B5EF4-FFF2-40B4-BE49-F238E27FC236}">
                    <a16:creationId xmlns:a16="http://schemas.microsoft.com/office/drawing/2014/main" id="{31D047EB-5741-BB0D-5302-55A577AA0865}"/>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26W8</a:t>
                </a:r>
                <a:r>
                  <a:rPr lang="zh-CN" altLang="en-US" sz="1700" dirty="0">
                    <a:latin typeface="Arial" panose="020B0604020202020204" pitchFamily="34" charset="0"/>
                    <a:cs typeface="Arial" panose="020B0604020202020204" pitchFamily="34" charset="0"/>
                  </a:rPr>
                  <a:t> </a:t>
                </a:r>
              </a:p>
            </p:txBody>
          </p:sp>
        </p:grpSp>
        <p:grpSp>
          <p:nvGrpSpPr>
            <p:cNvPr id="95" name="组合 94">
              <a:extLst>
                <a:ext uri="{FF2B5EF4-FFF2-40B4-BE49-F238E27FC236}">
                  <a16:creationId xmlns:a16="http://schemas.microsoft.com/office/drawing/2014/main" id="{FEA83507-6BFE-C2F0-377E-856ECF577A44}"/>
                </a:ext>
              </a:extLst>
            </p:cNvPr>
            <p:cNvGrpSpPr/>
            <p:nvPr/>
          </p:nvGrpSpPr>
          <p:grpSpPr>
            <a:xfrm>
              <a:off x="14649162" y="5178139"/>
              <a:ext cx="1348361" cy="1246003"/>
              <a:chOff x="2558604" y="5162550"/>
              <a:chExt cx="1348361" cy="1246003"/>
            </a:xfrm>
          </p:grpSpPr>
          <p:sp>
            <p:nvSpPr>
              <p:cNvPr id="96" name="流程图: 决策 5">
                <a:extLst>
                  <a:ext uri="{FF2B5EF4-FFF2-40B4-BE49-F238E27FC236}">
                    <a16:creationId xmlns:a16="http://schemas.microsoft.com/office/drawing/2014/main" id="{4A039334-3E99-3F65-7A5A-69FB7FACB794}"/>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97" name="文本框 96">
                <a:extLst>
                  <a:ext uri="{FF2B5EF4-FFF2-40B4-BE49-F238E27FC236}">
                    <a16:creationId xmlns:a16="http://schemas.microsoft.com/office/drawing/2014/main" id="{D51CD0EB-4E2E-322F-EDB9-1538100A24DC}"/>
                  </a:ext>
                </a:extLst>
              </p:cNvPr>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PP</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98" name="文本框 97">
                <a:extLst>
                  <a:ext uri="{FF2B5EF4-FFF2-40B4-BE49-F238E27FC236}">
                    <a16:creationId xmlns:a16="http://schemas.microsoft.com/office/drawing/2014/main" id="{D1D6E5F6-F5EE-74BD-52D8-82A1F3473CF7}"/>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26W30</a:t>
                </a:r>
                <a:r>
                  <a:rPr lang="zh-CN" altLang="en-US" sz="1700" dirty="0">
                    <a:latin typeface="Arial" panose="020B0604020202020204" pitchFamily="34" charset="0"/>
                    <a:cs typeface="Arial" panose="020B0604020202020204" pitchFamily="34" charset="0"/>
                  </a:rPr>
                  <a:t> </a:t>
                </a:r>
              </a:p>
            </p:txBody>
          </p:sp>
        </p:grpSp>
        <p:grpSp>
          <p:nvGrpSpPr>
            <p:cNvPr id="99" name="组合 98">
              <a:extLst>
                <a:ext uri="{FF2B5EF4-FFF2-40B4-BE49-F238E27FC236}">
                  <a16:creationId xmlns:a16="http://schemas.microsoft.com/office/drawing/2014/main" id="{FA2CAF5C-3A02-BA38-6C71-F929F83A26B8}"/>
                </a:ext>
              </a:extLst>
            </p:cNvPr>
            <p:cNvGrpSpPr/>
            <p:nvPr/>
          </p:nvGrpSpPr>
          <p:grpSpPr>
            <a:xfrm>
              <a:off x="18602840" y="5187821"/>
              <a:ext cx="1348361" cy="1246003"/>
              <a:chOff x="2558604" y="5162550"/>
              <a:chExt cx="1348361" cy="1246003"/>
            </a:xfrm>
          </p:grpSpPr>
          <p:sp>
            <p:nvSpPr>
              <p:cNvPr id="100" name="流程图: 决策 5">
                <a:extLst>
                  <a:ext uri="{FF2B5EF4-FFF2-40B4-BE49-F238E27FC236}">
                    <a16:creationId xmlns:a16="http://schemas.microsoft.com/office/drawing/2014/main" id="{425D18F6-D7AD-A8CA-2193-6DEE1739D877}"/>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01" name="文本框 100">
                <a:extLst>
                  <a:ext uri="{FF2B5EF4-FFF2-40B4-BE49-F238E27FC236}">
                    <a16:creationId xmlns:a16="http://schemas.microsoft.com/office/drawing/2014/main" id="{9AD9FD21-4BE1-3B90-A34E-6289766CA81E}"/>
                  </a:ext>
                </a:extLst>
              </p:cNvPr>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J1</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102" name="文本框 101">
                <a:extLst>
                  <a:ext uri="{FF2B5EF4-FFF2-40B4-BE49-F238E27FC236}">
                    <a16:creationId xmlns:a16="http://schemas.microsoft.com/office/drawing/2014/main" id="{0F879413-F7FF-E69F-7FEE-317D68AAB2D3}"/>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26W40</a:t>
                </a:r>
                <a:r>
                  <a:rPr lang="zh-CN" altLang="en-US" sz="1700" dirty="0">
                    <a:latin typeface="Arial" panose="020B0604020202020204" pitchFamily="34" charset="0"/>
                    <a:cs typeface="Arial" panose="020B0604020202020204" pitchFamily="34" charset="0"/>
                  </a:rPr>
                  <a:t> </a:t>
                </a:r>
              </a:p>
            </p:txBody>
          </p:sp>
        </p:grpSp>
        <p:grpSp>
          <p:nvGrpSpPr>
            <p:cNvPr id="103" name="组合 102">
              <a:extLst>
                <a:ext uri="{FF2B5EF4-FFF2-40B4-BE49-F238E27FC236}">
                  <a16:creationId xmlns:a16="http://schemas.microsoft.com/office/drawing/2014/main" id="{384E9221-E459-7C43-A1FA-06C863C276E7}"/>
                </a:ext>
              </a:extLst>
            </p:cNvPr>
            <p:cNvGrpSpPr/>
            <p:nvPr/>
          </p:nvGrpSpPr>
          <p:grpSpPr>
            <a:xfrm>
              <a:off x="23023237" y="3017962"/>
              <a:ext cx="1348361" cy="1246003"/>
              <a:chOff x="2558604" y="5162550"/>
              <a:chExt cx="1348361" cy="1246003"/>
            </a:xfrm>
          </p:grpSpPr>
          <p:sp>
            <p:nvSpPr>
              <p:cNvPr id="104" name="流程图: 决策 5">
                <a:extLst>
                  <a:ext uri="{FF2B5EF4-FFF2-40B4-BE49-F238E27FC236}">
                    <a16:creationId xmlns:a16="http://schemas.microsoft.com/office/drawing/2014/main" id="{FFC51368-9A22-5E9B-FABD-56FBA8B3A184}"/>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05" name="文本框 104">
                <a:extLst>
                  <a:ext uri="{FF2B5EF4-FFF2-40B4-BE49-F238E27FC236}">
                    <a16:creationId xmlns:a16="http://schemas.microsoft.com/office/drawing/2014/main" id="{34800ED9-7EE8-D6A6-F88C-FCAD88BF574E}"/>
                  </a:ext>
                </a:extLst>
              </p:cNvPr>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OKtB</a:t>
                </a:r>
                <a:endParaRPr lang="zh-CN" altLang="en-US" sz="1700" dirty="0">
                  <a:latin typeface="Arial" panose="020B0604020202020204" pitchFamily="34" charset="0"/>
                  <a:cs typeface="Arial" panose="020B0604020202020204" pitchFamily="34" charset="0"/>
                </a:endParaRPr>
              </a:p>
            </p:txBody>
          </p:sp>
          <p:sp>
            <p:nvSpPr>
              <p:cNvPr id="106" name="文本框 105">
                <a:extLst>
                  <a:ext uri="{FF2B5EF4-FFF2-40B4-BE49-F238E27FC236}">
                    <a16:creationId xmlns:a16="http://schemas.microsoft.com/office/drawing/2014/main" id="{0887FE27-41A1-01CA-A052-20F10C012517}"/>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26W53</a:t>
                </a:r>
                <a:r>
                  <a:rPr lang="zh-CN" altLang="en-US" sz="1700" dirty="0">
                    <a:latin typeface="Arial" panose="020B0604020202020204" pitchFamily="34" charset="0"/>
                    <a:cs typeface="Arial" panose="020B0604020202020204" pitchFamily="34" charset="0"/>
                  </a:rPr>
                  <a:t> </a:t>
                </a:r>
              </a:p>
            </p:txBody>
          </p:sp>
        </p:grpSp>
        <p:grpSp>
          <p:nvGrpSpPr>
            <p:cNvPr id="107" name="组合 106">
              <a:extLst>
                <a:ext uri="{FF2B5EF4-FFF2-40B4-BE49-F238E27FC236}">
                  <a16:creationId xmlns:a16="http://schemas.microsoft.com/office/drawing/2014/main" id="{318ABCE5-F009-D88B-E96F-D5D6B12B8601}"/>
                </a:ext>
              </a:extLst>
            </p:cNvPr>
            <p:cNvGrpSpPr/>
            <p:nvPr/>
          </p:nvGrpSpPr>
          <p:grpSpPr>
            <a:xfrm>
              <a:off x="20109824" y="3037767"/>
              <a:ext cx="1348361" cy="1246003"/>
              <a:chOff x="2558604" y="5162550"/>
              <a:chExt cx="1348361" cy="1246003"/>
            </a:xfrm>
          </p:grpSpPr>
          <p:sp>
            <p:nvSpPr>
              <p:cNvPr id="108" name="流程图: 决策 5">
                <a:extLst>
                  <a:ext uri="{FF2B5EF4-FFF2-40B4-BE49-F238E27FC236}">
                    <a16:creationId xmlns:a16="http://schemas.microsoft.com/office/drawing/2014/main" id="{A4D18019-87C0-89CD-AD13-487FAB88447B}"/>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09" name="文本框 108">
                <a:extLst>
                  <a:ext uri="{FF2B5EF4-FFF2-40B4-BE49-F238E27FC236}">
                    <a16:creationId xmlns:a16="http://schemas.microsoft.com/office/drawing/2014/main" id="{4B4133E5-CA01-7DBE-950E-1F385E2F5E11}"/>
                  </a:ext>
                </a:extLst>
              </p:cNvPr>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J1</a:t>
                </a:r>
                <a:endParaRPr lang="zh-CN" altLang="en-US" sz="1700" dirty="0">
                  <a:latin typeface="Arial" panose="020B0604020202020204" pitchFamily="34" charset="0"/>
                  <a:cs typeface="Arial" panose="020B0604020202020204" pitchFamily="34" charset="0"/>
                </a:endParaRPr>
              </a:p>
            </p:txBody>
          </p:sp>
          <p:sp>
            <p:nvSpPr>
              <p:cNvPr id="110" name="文本框 109">
                <a:extLst>
                  <a:ext uri="{FF2B5EF4-FFF2-40B4-BE49-F238E27FC236}">
                    <a16:creationId xmlns:a16="http://schemas.microsoft.com/office/drawing/2014/main" id="{4CFF6508-303E-8D90-F6EB-7F385404DD4D}"/>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26W44</a:t>
                </a:r>
                <a:r>
                  <a:rPr lang="zh-CN" altLang="en-US" sz="1700" dirty="0">
                    <a:latin typeface="Arial" panose="020B0604020202020204" pitchFamily="34" charset="0"/>
                    <a:cs typeface="Arial" panose="020B0604020202020204" pitchFamily="34" charset="0"/>
                  </a:rPr>
                  <a:t> </a:t>
                </a:r>
              </a:p>
            </p:txBody>
          </p:sp>
        </p:grpSp>
        <p:grpSp>
          <p:nvGrpSpPr>
            <p:cNvPr id="111" name="组合 110">
              <a:extLst>
                <a:ext uri="{FF2B5EF4-FFF2-40B4-BE49-F238E27FC236}">
                  <a16:creationId xmlns:a16="http://schemas.microsoft.com/office/drawing/2014/main" id="{319C7931-DAFB-3C4B-6262-A8717AE20F42}"/>
                </a:ext>
              </a:extLst>
            </p:cNvPr>
            <p:cNvGrpSpPr/>
            <p:nvPr/>
          </p:nvGrpSpPr>
          <p:grpSpPr>
            <a:xfrm>
              <a:off x="7580181" y="3016893"/>
              <a:ext cx="1348361" cy="1246003"/>
              <a:chOff x="2558604" y="5162550"/>
              <a:chExt cx="1348361" cy="1246003"/>
            </a:xfrm>
          </p:grpSpPr>
          <p:sp>
            <p:nvSpPr>
              <p:cNvPr id="112" name="流程图: 决策 5">
                <a:extLst>
                  <a:ext uri="{FF2B5EF4-FFF2-40B4-BE49-F238E27FC236}">
                    <a16:creationId xmlns:a16="http://schemas.microsoft.com/office/drawing/2014/main" id="{19218E49-FE8D-F237-3634-91BF69E97614}"/>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13" name="文本框 112">
                <a:extLst>
                  <a:ext uri="{FF2B5EF4-FFF2-40B4-BE49-F238E27FC236}">
                    <a16:creationId xmlns:a16="http://schemas.microsoft.com/office/drawing/2014/main" id="{AFC63760-012D-2E7E-D4E0-6E93CAFB6F48}"/>
                  </a:ext>
                </a:extLst>
              </p:cNvPr>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TT</a:t>
                </a:r>
                <a:r>
                  <a:rPr lang="zh-CN" altLang="en-US" sz="1700" dirty="0">
                    <a:latin typeface="Arial" panose="020B0604020202020204" pitchFamily="34" charset="0"/>
                    <a:cs typeface="Arial" panose="020B0604020202020204" pitchFamily="34" charset="0"/>
                  </a:rPr>
                  <a:t>造车</a:t>
                </a:r>
              </a:p>
            </p:txBody>
          </p:sp>
          <p:sp>
            <p:nvSpPr>
              <p:cNvPr id="114" name="文本框 113">
                <a:extLst>
                  <a:ext uri="{FF2B5EF4-FFF2-40B4-BE49-F238E27FC236}">
                    <a16:creationId xmlns:a16="http://schemas.microsoft.com/office/drawing/2014/main" id="{855FAEB2-56D6-0442-9B99-2062E095A9BF}"/>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26W12</a:t>
                </a:r>
                <a:r>
                  <a:rPr lang="zh-CN" altLang="en-US" sz="1700" dirty="0">
                    <a:latin typeface="Arial" panose="020B0604020202020204" pitchFamily="34" charset="0"/>
                    <a:cs typeface="Arial" panose="020B0604020202020204" pitchFamily="34" charset="0"/>
                  </a:rPr>
                  <a:t> </a:t>
                </a:r>
              </a:p>
            </p:txBody>
          </p:sp>
        </p:grpSp>
        <p:grpSp>
          <p:nvGrpSpPr>
            <p:cNvPr id="115" name="组合 114">
              <a:extLst>
                <a:ext uri="{FF2B5EF4-FFF2-40B4-BE49-F238E27FC236}">
                  <a16:creationId xmlns:a16="http://schemas.microsoft.com/office/drawing/2014/main" id="{74E40DB6-C06E-B75A-85E4-7B9B1C523DB1}"/>
                </a:ext>
              </a:extLst>
            </p:cNvPr>
            <p:cNvGrpSpPr/>
            <p:nvPr/>
          </p:nvGrpSpPr>
          <p:grpSpPr>
            <a:xfrm>
              <a:off x="3550594" y="3090262"/>
              <a:ext cx="1348361" cy="1246003"/>
              <a:chOff x="2558604" y="5162550"/>
              <a:chExt cx="1348361" cy="1246003"/>
            </a:xfrm>
          </p:grpSpPr>
          <p:sp>
            <p:nvSpPr>
              <p:cNvPr id="116" name="流程图: 决策 5">
                <a:extLst>
                  <a:ext uri="{FF2B5EF4-FFF2-40B4-BE49-F238E27FC236}">
                    <a16:creationId xmlns:a16="http://schemas.microsoft.com/office/drawing/2014/main" id="{81D3EAA8-E8D9-CE4D-CB80-2A9AC6273AAF}"/>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17" name="文本框 116">
                <a:extLst>
                  <a:ext uri="{FF2B5EF4-FFF2-40B4-BE49-F238E27FC236}">
                    <a16:creationId xmlns:a16="http://schemas.microsoft.com/office/drawing/2014/main" id="{EA34365D-E32D-6998-AF3A-7CC672CABD68}"/>
                  </a:ext>
                </a:extLst>
              </p:cNvPr>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VP2</a:t>
                </a:r>
                <a:r>
                  <a:rPr lang="zh-CN" altLang="en-US" sz="1700" dirty="0">
                    <a:latin typeface="Arial" panose="020B0604020202020204" pitchFamily="34" charset="0"/>
                    <a:cs typeface="Arial" panose="020B0604020202020204" pitchFamily="34" charset="0"/>
                  </a:rPr>
                  <a:t>造车</a:t>
                </a:r>
              </a:p>
            </p:txBody>
          </p:sp>
          <p:sp>
            <p:nvSpPr>
              <p:cNvPr id="118" name="文本框 117">
                <a:extLst>
                  <a:ext uri="{FF2B5EF4-FFF2-40B4-BE49-F238E27FC236}">
                    <a16:creationId xmlns:a16="http://schemas.microsoft.com/office/drawing/2014/main" id="{776BD9B8-7B31-F292-6648-3BD1D7F599AD}"/>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25W51</a:t>
                </a:r>
                <a:r>
                  <a:rPr lang="zh-CN" altLang="en-US" sz="1700" dirty="0">
                    <a:latin typeface="Arial" panose="020B0604020202020204" pitchFamily="34" charset="0"/>
                    <a:cs typeface="Arial" panose="020B0604020202020204" pitchFamily="34" charset="0"/>
                  </a:rPr>
                  <a:t> </a:t>
                </a:r>
              </a:p>
            </p:txBody>
          </p:sp>
        </p:grpSp>
        <p:grpSp>
          <p:nvGrpSpPr>
            <p:cNvPr id="119" name="组合 118">
              <a:extLst>
                <a:ext uri="{FF2B5EF4-FFF2-40B4-BE49-F238E27FC236}">
                  <a16:creationId xmlns:a16="http://schemas.microsoft.com/office/drawing/2014/main" id="{40BCC388-1DAC-9D8F-A2AC-E533E39CB6F3}"/>
                </a:ext>
              </a:extLst>
            </p:cNvPr>
            <p:cNvGrpSpPr/>
            <p:nvPr/>
          </p:nvGrpSpPr>
          <p:grpSpPr>
            <a:xfrm>
              <a:off x="17006755" y="3037767"/>
              <a:ext cx="1348361" cy="1246003"/>
              <a:chOff x="2558604" y="5162550"/>
              <a:chExt cx="1348361" cy="1246003"/>
            </a:xfrm>
          </p:grpSpPr>
          <p:sp>
            <p:nvSpPr>
              <p:cNvPr id="120" name="流程图: 决策 5">
                <a:extLst>
                  <a:ext uri="{FF2B5EF4-FFF2-40B4-BE49-F238E27FC236}">
                    <a16:creationId xmlns:a16="http://schemas.microsoft.com/office/drawing/2014/main" id="{F37DDFDA-7E3D-153C-4C98-784A29128A21}"/>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21" name="文本框 120">
                <a:extLst>
                  <a:ext uri="{FF2B5EF4-FFF2-40B4-BE49-F238E27FC236}">
                    <a16:creationId xmlns:a16="http://schemas.microsoft.com/office/drawing/2014/main" id="{EDEE230C-C8A9-BB9F-3F90-2747D613D59C}"/>
                  </a:ext>
                </a:extLst>
              </p:cNvPr>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PP</a:t>
                </a:r>
                <a:r>
                  <a:rPr lang="zh-CN" altLang="en-US" sz="1700" dirty="0">
                    <a:latin typeface="Arial" panose="020B0604020202020204" pitchFamily="34" charset="0"/>
                    <a:cs typeface="Arial" panose="020B0604020202020204" pitchFamily="34" charset="0"/>
                  </a:rPr>
                  <a:t>造车</a:t>
                </a:r>
              </a:p>
            </p:txBody>
          </p:sp>
          <p:sp>
            <p:nvSpPr>
              <p:cNvPr id="122" name="文本框 121">
                <a:extLst>
                  <a:ext uri="{FF2B5EF4-FFF2-40B4-BE49-F238E27FC236}">
                    <a16:creationId xmlns:a16="http://schemas.microsoft.com/office/drawing/2014/main" id="{B3EC3957-6BCF-4461-B073-B7E57937A2A7}"/>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26W36</a:t>
                </a:r>
                <a:r>
                  <a:rPr lang="zh-CN" altLang="en-US" sz="1700" dirty="0">
                    <a:latin typeface="Arial" panose="020B0604020202020204" pitchFamily="34" charset="0"/>
                    <a:cs typeface="Arial" panose="020B0604020202020204" pitchFamily="34" charset="0"/>
                  </a:rPr>
                  <a:t> </a:t>
                </a:r>
              </a:p>
            </p:txBody>
          </p:sp>
        </p:grpSp>
        <p:grpSp>
          <p:nvGrpSpPr>
            <p:cNvPr id="131" name="组合 130">
              <a:extLst>
                <a:ext uri="{FF2B5EF4-FFF2-40B4-BE49-F238E27FC236}">
                  <a16:creationId xmlns:a16="http://schemas.microsoft.com/office/drawing/2014/main" id="{A7681C69-1A17-3716-F5D2-BE0EE354686D}"/>
                </a:ext>
              </a:extLst>
            </p:cNvPr>
            <p:cNvGrpSpPr/>
            <p:nvPr/>
          </p:nvGrpSpPr>
          <p:grpSpPr>
            <a:xfrm>
              <a:off x="7049343" y="5214696"/>
              <a:ext cx="1348361" cy="1246003"/>
              <a:chOff x="2558604" y="5162550"/>
              <a:chExt cx="1348361" cy="1246003"/>
            </a:xfrm>
          </p:grpSpPr>
          <p:sp>
            <p:nvSpPr>
              <p:cNvPr id="132" name="流程图: 决策 5">
                <a:extLst>
                  <a:ext uri="{FF2B5EF4-FFF2-40B4-BE49-F238E27FC236}">
                    <a16:creationId xmlns:a16="http://schemas.microsoft.com/office/drawing/2014/main" id="{02C81FC1-2B3A-CCAB-B3E5-3F83CD9F800E}"/>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33" name="文本框 132">
                <a:extLst>
                  <a:ext uri="{FF2B5EF4-FFF2-40B4-BE49-F238E27FC236}">
                    <a16:creationId xmlns:a16="http://schemas.microsoft.com/office/drawing/2014/main" id="{94AA02D9-BA18-D67D-2D00-04345A056E2E}"/>
                  </a:ext>
                </a:extLst>
              </p:cNvPr>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TT</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34" name="文本框 133">
                <a:extLst>
                  <a:ext uri="{FF2B5EF4-FFF2-40B4-BE49-F238E27FC236}">
                    <a16:creationId xmlns:a16="http://schemas.microsoft.com/office/drawing/2014/main" id="{224C5412-369F-9F71-91E8-2D46B4842D05}"/>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26W10</a:t>
                </a:r>
                <a:r>
                  <a:rPr lang="zh-CN" altLang="en-US" sz="1700" dirty="0">
                    <a:latin typeface="Arial" panose="020B0604020202020204" pitchFamily="34" charset="0"/>
                    <a:cs typeface="Arial" panose="020B0604020202020204" pitchFamily="34" charset="0"/>
                  </a:rPr>
                  <a:t> </a:t>
                </a:r>
              </a:p>
            </p:txBody>
          </p:sp>
        </p:grpSp>
        <p:grpSp>
          <p:nvGrpSpPr>
            <p:cNvPr id="135" name="组合 134">
              <a:extLst>
                <a:ext uri="{FF2B5EF4-FFF2-40B4-BE49-F238E27FC236}">
                  <a16:creationId xmlns:a16="http://schemas.microsoft.com/office/drawing/2014/main" id="{AD198271-CC1F-981F-E1DE-096B3A21617F}"/>
                </a:ext>
              </a:extLst>
            </p:cNvPr>
            <p:cNvGrpSpPr/>
            <p:nvPr/>
          </p:nvGrpSpPr>
          <p:grpSpPr>
            <a:xfrm>
              <a:off x="3612258" y="5162550"/>
              <a:ext cx="1348361" cy="1246003"/>
              <a:chOff x="2558604" y="5162550"/>
              <a:chExt cx="1348361" cy="1246003"/>
            </a:xfrm>
          </p:grpSpPr>
          <p:sp>
            <p:nvSpPr>
              <p:cNvPr id="136" name="流程图: 决策 5">
                <a:extLst>
                  <a:ext uri="{FF2B5EF4-FFF2-40B4-BE49-F238E27FC236}">
                    <a16:creationId xmlns:a16="http://schemas.microsoft.com/office/drawing/2014/main" id="{0F0FBFD7-8428-A1E4-835C-19C31947A96C}"/>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37" name="文本框 136">
                <a:extLst>
                  <a:ext uri="{FF2B5EF4-FFF2-40B4-BE49-F238E27FC236}">
                    <a16:creationId xmlns:a16="http://schemas.microsoft.com/office/drawing/2014/main" id="{2E0ED7E8-361A-55A8-6669-2D1C8D929EF9}"/>
                  </a:ext>
                </a:extLst>
              </p:cNvPr>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VP2</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38" name="文本框 137">
                <a:extLst>
                  <a:ext uri="{FF2B5EF4-FFF2-40B4-BE49-F238E27FC236}">
                    <a16:creationId xmlns:a16="http://schemas.microsoft.com/office/drawing/2014/main" id="{CEF67A2D-E7A2-0FAC-07FB-83C5404C2AD2}"/>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25W50</a:t>
                </a:r>
                <a:r>
                  <a:rPr lang="zh-CN" altLang="en-US" sz="1700" dirty="0">
                    <a:latin typeface="Arial" panose="020B0604020202020204" pitchFamily="34" charset="0"/>
                    <a:cs typeface="Arial" panose="020B0604020202020204" pitchFamily="34" charset="0"/>
                  </a:rPr>
                  <a:t> </a:t>
                </a:r>
              </a:p>
            </p:txBody>
          </p:sp>
        </p:grpSp>
        <p:grpSp>
          <p:nvGrpSpPr>
            <p:cNvPr id="139" name="组合 138">
              <a:extLst>
                <a:ext uri="{FF2B5EF4-FFF2-40B4-BE49-F238E27FC236}">
                  <a16:creationId xmlns:a16="http://schemas.microsoft.com/office/drawing/2014/main" id="{A41F0C32-39D0-5404-2E4C-60FD5164E05D}"/>
                </a:ext>
              </a:extLst>
            </p:cNvPr>
            <p:cNvGrpSpPr/>
            <p:nvPr/>
          </p:nvGrpSpPr>
          <p:grpSpPr>
            <a:xfrm>
              <a:off x="15797355" y="5168332"/>
              <a:ext cx="1348361" cy="1246003"/>
              <a:chOff x="2558604" y="5162550"/>
              <a:chExt cx="1348361" cy="1246003"/>
            </a:xfrm>
          </p:grpSpPr>
          <p:sp>
            <p:nvSpPr>
              <p:cNvPr id="140" name="流程图: 决策 5">
                <a:extLst>
                  <a:ext uri="{FF2B5EF4-FFF2-40B4-BE49-F238E27FC236}">
                    <a16:creationId xmlns:a16="http://schemas.microsoft.com/office/drawing/2014/main" id="{691FAB1F-DF12-D9A4-C467-683B81A89875}"/>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41" name="文本框 140">
                <a:extLst>
                  <a:ext uri="{FF2B5EF4-FFF2-40B4-BE49-F238E27FC236}">
                    <a16:creationId xmlns:a16="http://schemas.microsoft.com/office/drawing/2014/main" id="{027FBE5E-E858-C009-2710-1F75D019E3E2}"/>
                  </a:ext>
                </a:extLst>
              </p:cNvPr>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PP</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42" name="文本框 141">
                <a:extLst>
                  <a:ext uri="{FF2B5EF4-FFF2-40B4-BE49-F238E27FC236}">
                    <a16:creationId xmlns:a16="http://schemas.microsoft.com/office/drawing/2014/main" id="{4E2D090B-5409-958E-B549-99EAEADD6A42}"/>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26W34</a:t>
                </a:r>
                <a:r>
                  <a:rPr lang="zh-CN" altLang="en-US" sz="1700" dirty="0">
                    <a:latin typeface="Arial" panose="020B0604020202020204" pitchFamily="34" charset="0"/>
                    <a:cs typeface="Arial" panose="020B0604020202020204" pitchFamily="34" charset="0"/>
                  </a:rPr>
                  <a:t> </a:t>
                </a:r>
              </a:p>
            </p:txBody>
          </p:sp>
        </p:grpSp>
        <p:grpSp>
          <p:nvGrpSpPr>
            <p:cNvPr id="143" name="组合 142">
              <a:extLst>
                <a:ext uri="{FF2B5EF4-FFF2-40B4-BE49-F238E27FC236}">
                  <a16:creationId xmlns:a16="http://schemas.microsoft.com/office/drawing/2014/main" id="{6FEDCE45-0B5B-D06A-D7A9-83C3664940AB}"/>
                </a:ext>
              </a:extLst>
            </p:cNvPr>
            <p:cNvGrpSpPr/>
            <p:nvPr/>
          </p:nvGrpSpPr>
          <p:grpSpPr>
            <a:xfrm>
              <a:off x="19638144" y="5162550"/>
              <a:ext cx="1348361" cy="1246003"/>
              <a:chOff x="2558604" y="5162550"/>
              <a:chExt cx="1348361" cy="1246003"/>
            </a:xfrm>
          </p:grpSpPr>
          <p:sp>
            <p:nvSpPr>
              <p:cNvPr id="144" name="流程图: 决策 5">
                <a:extLst>
                  <a:ext uri="{FF2B5EF4-FFF2-40B4-BE49-F238E27FC236}">
                    <a16:creationId xmlns:a16="http://schemas.microsoft.com/office/drawing/2014/main" id="{6EF76B04-8867-1D9F-1ED3-682542F2B69B}"/>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45" name="文本框 144">
                <a:extLst>
                  <a:ext uri="{FF2B5EF4-FFF2-40B4-BE49-F238E27FC236}">
                    <a16:creationId xmlns:a16="http://schemas.microsoft.com/office/drawing/2014/main" id="{E90806D6-EF51-0F40-ADD2-683D956CF354}"/>
                  </a:ext>
                </a:extLst>
              </p:cNvPr>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J1</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46" name="文本框 145">
                <a:extLst>
                  <a:ext uri="{FF2B5EF4-FFF2-40B4-BE49-F238E27FC236}">
                    <a16:creationId xmlns:a16="http://schemas.microsoft.com/office/drawing/2014/main" id="{25E0EDBB-6761-D14D-9656-2B42172D889A}"/>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26W43</a:t>
                </a:r>
                <a:r>
                  <a:rPr lang="zh-CN" altLang="en-US" sz="1700" dirty="0">
                    <a:latin typeface="Arial" panose="020B0604020202020204" pitchFamily="34" charset="0"/>
                    <a:cs typeface="Arial" panose="020B0604020202020204" pitchFamily="34" charset="0"/>
                  </a:rPr>
                  <a:t> </a:t>
                </a:r>
              </a:p>
            </p:txBody>
          </p:sp>
        </p:grpSp>
      </p:grpSp>
      <p:sp>
        <p:nvSpPr>
          <p:cNvPr id="147" name="文本框 146">
            <a:extLst>
              <a:ext uri="{FF2B5EF4-FFF2-40B4-BE49-F238E27FC236}">
                <a16:creationId xmlns:a16="http://schemas.microsoft.com/office/drawing/2014/main" id="{45D76013-EE7B-8C3A-6053-376AFFA0F987}"/>
              </a:ext>
            </a:extLst>
          </p:cNvPr>
          <p:cNvSpPr txBox="1"/>
          <p:nvPr/>
        </p:nvSpPr>
        <p:spPr>
          <a:xfrm>
            <a:off x="746524" y="7335256"/>
            <a:ext cx="5472061" cy="4031873"/>
          </a:xfrm>
          <a:prstGeom prst="rect">
            <a:avLst/>
          </a:prstGeom>
          <a:ln w="12700" cmpd="sng">
            <a:solidFill>
              <a:srgbClr val="AEB5C0">
                <a:alpha val="100000"/>
              </a:srgbClr>
            </a:solidFill>
            <a:prstDash val="solid"/>
            <a:miter lim="800000"/>
          </a:ln>
        </p:spPr>
        <p:txBody>
          <a:bodyPr wrap="square" rtlCol="0">
            <a:spAutoFit/>
          </a:bodyPr>
          <a:lstStyle/>
          <a:p>
            <a:pPr algn="l"/>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一 开发</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、土耳其语开发完成（文言最晚</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W43</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提供  ，</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+4</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周交付）</a:t>
            </a: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2</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TSP</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适配完成（需求最晚</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W41</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锁定</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 </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+ 6</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周开发和调试）</a:t>
            </a: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3</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、车模相关替换完成  （需求最晚</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W41</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输出车模，</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+6</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周车模替换和调试）</a:t>
            </a: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4</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BSP </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 </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camera </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开发完成（最晚</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W41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拿到摄像头以及线束， </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2</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周开发和调试</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周研发压测</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周和</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AVM</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测试）</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 </a:t>
            </a:r>
          </a:p>
          <a:p>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5</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BSP</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 </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USB</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开发完成 （拿到周边件之后</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2</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周交付）</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6</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、内置</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AVM</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开发：</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80%</a:t>
            </a: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7</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、东软导航：</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80%</a:t>
            </a: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8</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、弗吉亚</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app store</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（需求文言最晚</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W43</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输入）</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9</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Kika</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输入法</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（需求文言最晚</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W43</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输入）</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DMS/OMS/AVAS/</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语言：首版集成</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err="1">
                <a:solidFill>
                  <a:srgbClr val="000000"/>
                </a:solidFill>
                <a:latin typeface="Arial" panose="020B0604020202020204" pitchFamily="34" charset="0"/>
                <a:ea typeface="Arial" panose="020B0604020202020204" pitchFamily="34" charset="0"/>
                <a:cs typeface="Arial" panose="020B0604020202020204" pitchFamily="34" charset="0"/>
                <a:sym typeface="+mn-ea"/>
              </a:rPr>
              <a:t>Carplay</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：初版</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12</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Android auto</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：初版</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10" name="文本框 9">
            <a:extLst>
              <a:ext uri="{FF2B5EF4-FFF2-40B4-BE49-F238E27FC236}">
                <a16:creationId xmlns:a16="http://schemas.microsoft.com/office/drawing/2014/main" id="{879D5B44-E74D-6679-2C05-4F5F28C9859A}"/>
              </a:ext>
            </a:extLst>
          </p:cNvPr>
          <p:cNvSpPr txBox="1"/>
          <p:nvPr/>
        </p:nvSpPr>
        <p:spPr>
          <a:xfrm>
            <a:off x="7526975" y="7349512"/>
            <a:ext cx="3776459" cy="3293209"/>
          </a:xfrm>
          <a:prstGeom prst="rect">
            <a:avLst/>
          </a:prstGeom>
          <a:ln w="12700" cmpd="sng">
            <a:solidFill>
              <a:srgbClr val="AEB5C0">
                <a:alpha val="100000"/>
              </a:srgbClr>
            </a:solidFill>
            <a:prstDash val="solid"/>
            <a:miter lim="800000"/>
          </a:ln>
        </p:spPr>
        <p:txBody>
          <a:bodyPr wrap="square" rtlCol="0">
            <a:spAutoFit/>
          </a:bodyPr>
          <a:lstStyle/>
          <a:p>
            <a:pPr algn="l"/>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一 开发</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、内置</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AVM</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开发：全功能</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a:t>
            </a: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2</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、东软导航：全功能</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 </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（依赖</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11/30</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国内提供实车）</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3</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DMS/OMS/AVAS</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：中间版集成</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4</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Car play</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90%</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（惯导相关依赖导航除外）</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5</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Android auto</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：全功能</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二 标定：</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、油箱：标定完成</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18" name="文本框 17">
            <a:extLst>
              <a:ext uri="{FF2B5EF4-FFF2-40B4-BE49-F238E27FC236}">
                <a16:creationId xmlns:a16="http://schemas.microsoft.com/office/drawing/2014/main" id="{5B6E5F49-681B-791A-11D6-B48F393ABBF8}"/>
              </a:ext>
            </a:extLst>
          </p:cNvPr>
          <p:cNvSpPr txBox="1"/>
          <p:nvPr/>
        </p:nvSpPr>
        <p:spPr>
          <a:xfrm>
            <a:off x="12888659" y="7376949"/>
            <a:ext cx="4512543" cy="4031873"/>
          </a:xfrm>
          <a:prstGeom prst="rect">
            <a:avLst/>
          </a:prstGeom>
          <a:ln w="12700" cmpd="sng">
            <a:solidFill>
              <a:srgbClr val="AEB5C0">
                <a:alpha val="100000"/>
              </a:srgbClr>
            </a:solidFill>
            <a:prstDash val="solid"/>
            <a:miter lim="800000"/>
          </a:ln>
        </p:spPr>
        <p:txBody>
          <a:bodyPr wrap="square" rtlCol="0">
            <a:spAutoFit/>
          </a:bodyPr>
          <a:lstStyle/>
          <a:p>
            <a:pPr algn="l"/>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一 开发</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、内置</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AVM</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开发：标定和优化完成，达到</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SOP</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状态</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2</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、东软导航：达到</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SOP</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状态</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3</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DMS/OMS/AVAS</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：终版集成</a:t>
            </a:r>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4</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Car play</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 </a:t>
            </a:r>
          </a:p>
          <a:p>
            <a:pPr algn="l"/>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endPar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二 标定：</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、内置</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AUD</a:t>
            </a:r>
            <a:r>
              <a:rPr lang="zh-CN" altLang="en-US"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调音：</a:t>
            </a:r>
            <a:r>
              <a:rPr lang="en-US" altLang="zh-CN" sz="1600" b="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a:t>
            </a: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2</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DAB</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：海外测试和标定完成 </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100%</a:t>
            </a:r>
          </a:p>
          <a:p>
            <a:pPr algn="l"/>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三 认证</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err="1">
                <a:solidFill>
                  <a:srgbClr val="000000"/>
                </a:solidFill>
                <a:latin typeface="Arial" panose="020B0604020202020204" pitchFamily="34" charset="0"/>
                <a:ea typeface="Arial" panose="020B0604020202020204" pitchFamily="34" charset="0"/>
                <a:cs typeface="Arial" panose="020B0604020202020204" pitchFamily="34" charset="0"/>
                <a:sym typeface="+mn-ea"/>
              </a:rPr>
              <a:t>Carplay</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 </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认证完成</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2</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CE</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认证完成</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3</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USB if</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认证完成</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6" name="文本框 5">
            <a:extLst>
              <a:ext uri="{FF2B5EF4-FFF2-40B4-BE49-F238E27FC236}">
                <a16:creationId xmlns:a16="http://schemas.microsoft.com/office/drawing/2014/main" id="{21D0AFFE-FC5E-E005-D940-E6E6224417A8}"/>
              </a:ext>
            </a:extLst>
          </p:cNvPr>
          <p:cNvSpPr txBox="1"/>
          <p:nvPr/>
        </p:nvSpPr>
        <p:spPr>
          <a:xfrm>
            <a:off x="9415205" y="5277921"/>
            <a:ext cx="4701996" cy="523220"/>
          </a:xfrm>
          <a:prstGeom prst="rect">
            <a:avLst/>
          </a:prstGeom>
        </p:spPr>
        <p:txBody>
          <a:bodyPr wrap="square" rtlCol="0">
            <a:spAutoFit/>
          </a:bodyPr>
          <a:lstStyle/>
          <a:p>
            <a:pPr algn="l"/>
            <a:r>
              <a:rPr lang="zh-CN" altLang="en-US" sz="2800" dirty="0">
                <a:latin typeface="Arial" panose="020B0604020202020204" pitchFamily="34" charset="0"/>
                <a:cs typeface="Arial" panose="020B0604020202020204" pitchFamily="34" charset="0"/>
              </a:rPr>
              <a:t>期间按需交付软件版本</a:t>
            </a:r>
          </a:p>
        </p:txBody>
      </p:sp>
      <p:sp>
        <p:nvSpPr>
          <p:cNvPr id="9" name="文本框 8">
            <a:extLst>
              <a:ext uri="{FF2B5EF4-FFF2-40B4-BE49-F238E27FC236}">
                <a16:creationId xmlns:a16="http://schemas.microsoft.com/office/drawing/2014/main" id="{340A7532-6419-B0C9-57DB-A7F7D8079AE3}"/>
              </a:ext>
            </a:extLst>
          </p:cNvPr>
          <p:cNvSpPr txBox="1"/>
          <p:nvPr/>
        </p:nvSpPr>
        <p:spPr>
          <a:xfrm>
            <a:off x="18103867" y="7376949"/>
            <a:ext cx="4512543" cy="584775"/>
          </a:xfrm>
          <a:prstGeom prst="rect">
            <a:avLst/>
          </a:prstGeom>
          <a:ln w="12700" cmpd="sng">
            <a:solidFill>
              <a:srgbClr val="AEB5C0">
                <a:alpha val="100000"/>
              </a:srgbClr>
            </a:solidFill>
            <a:prstDash val="solid"/>
            <a:miter lim="800000"/>
          </a:ln>
        </p:spPr>
        <p:txBody>
          <a:bodyPr wrap="square" rtlCol="0">
            <a:spAutoFit/>
          </a:bodyPr>
          <a:lstStyle/>
          <a:p>
            <a:pPr algn="l"/>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一  认证</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a:p>
            <a:pPr algn="l"/>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1</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t>
            </a:r>
            <a:r>
              <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Android auto </a:t>
            </a:r>
            <a:r>
              <a:rPr lang="zh-CN" altLang="en-US"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rPr>
              <a:t>认证完成</a:t>
            </a:r>
            <a:endParaRPr lang="en-US" altLang="zh-CN" sz="1600" dirty="0">
              <a:solidFill>
                <a:srgbClr val="000000"/>
              </a:solidFill>
              <a:latin typeface="Arial" panose="020B0604020202020204" pitchFamily="34" charset="0"/>
              <a:ea typeface="Arial" panose="020B0604020202020204" pitchFamily="34" charset="0"/>
              <a:cs typeface="Arial" panose="020B0604020202020204" pitchFamily="34" charset="0"/>
              <a:sym typeface="+mn-ea"/>
            </a:endParaRPr>
          </a:p>
        </p:txBody>
      </p:sp>
      <p:cxnSp>
        <p:nvCxnSpPr>
          <p:cNvPr id="12" name="曲线连接符 52">
            <a:extLst>
              <a:ext uri="{FF2B5EF4-FFF2-40B4-BE49-F238E27FC236}">
                <a16:creationId xmlns:a16="http://schemas.microsoft.com/office/drawing/2014/main" id="{F72335C7-AAF9-1FAE-8A97-27A25329575E}"/>
              </a:ext>
            </a:extLst>
          </p:cNvPr>
          <p:cNvCxnSpPr>
            <a:cxnSpLocks/>
          </p:cNvCxnSpPr>
          <p:nvPr/>
        </p:nvCxnSpPr>
        <p:spPr>
          <a:xfrm rot="5400000" flipH="1" flipV="1">
            <a:off x="18771533" y="6785060"/>
            <a:ext cx="991465" cy="162858"/>
          </a:xfrm>
          <a:prstGeom prst="curvedConnector3">
            <a:avLst>
              <a:gd name="adj1" fmla="val 50000"/>
            </a:avLst>
          </a:prstGeom>
          <a:ln w="19050" cap="flat" cmpd="sng" algn="ctr">
            <a:solidFill>
              <a:srgbClr val="979797">
                <a:alpha val="100000"/>
              </a:srgbClr>
            </a:solidFill>
            <a:prstDash val="solid"/>
            <a:miter lim="8000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51C94-8E8A-A3A0-C181-47C2C4CD5B55}"/>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9B16CDD6-240F-F77C-0750-28531157C11C}"/>
              </a:ext>
            </a:extLst>
          </p:cNvPr>
          <p:cNvSpPr txBox="1"/>
          <p:nvPr/>
        </p:nvSpPr>
        <p:spPr>
          <a:xfrm>
            <a:off x="1671178" y="1169152"/>
            <a:ext cx="21029831" cy="1013790"/>
          </a:xfrm>
          <a:prstGeom prst="rect">
            <a:avLst/>
          </a:prstGeom>
        </p:spPr>
        <p:txBody>
          <a:bodyPr>
            <a:noAutofit/>
          </a:bodyPr>
          <a:lstStyle>
            <a:lvl1pPr algn="l" defTabSz="1828800" rtl="0" eaLnBrk="1" latinLnBrk="0" hangingPunct="1">
              <a:lnSpc>
                <a:spcPct val="100000"/>
              </a:lnSpc>
              <a:spcBef>
                <a:spcPct val="0"/>
              </a:spcBef>
              <a:buNone/>
              <a:defRPr sz="5400" kern="1200" spc="0" baseline="0">
                <a:solidFill>
                  <a:schemeClr val="tx1"/>
                </a:solidFill>
                <a:latin typeface="+mj-lt"/>
                <a:ea typeface="+mj-ea"/>
                <a:cs typeface="+mj-cs"/>
              </a:defRPr>
            </a:lvl1pPr>
          </a:lstStyle>
          <a:p>
            <a:r>
              <a:rPr lang="en-US" altLang="zh-CN" dirty="0"/>
              <a:t>5 </a:t>
            </a:r>
            <a:r>
              <a:rPr lang="zh-CN" altLang="en-US" dirty="0"/>
              <a:t>项目开发计划</a:t>
            </a:r>
            <a:r>
              <a:rPr lang="en-US" altLang="zh-CN" dirty="0"/>
              <a:t>——</a:t>
            </a:r>
            <a:r>
              <a:rPr lang="zh-CN" altLang="en-US" dirty="0"/>
              <a:t>东软导航</a:t>
            </a:r>
          </a:p>
        </p:txBody>
      </p:sp>
      <p:sp>
        <p:nvSpPr>
          <p:cNvPr id="81" name="EayslinkWatermark">
            <a:extLst>
              <a:ext uri="{FF2B5EF4-FFF2-40B4-BE49-F238E27FC236}">
                <a16:creationId xmlns:a16="http://schemas.microsoft.com/office/drawing/2014/main" id="{A101AF30-E3CA-5EB9-61AF-DA28E81BE56E}"/>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8" name="图片 107">
            <a:extLst>
              <a:ext uri="{FF2B5EF4-FFF2-40B4-BE49-F238E27FC236}">
                <a16:creationId xmlns:a16="http://schemas.microsoft.com/office/drawing/2014/main" id="{CFAFCB81-02AB-A21B-B906-EE14DFCD9686}"/>
              </a:ext>
            </a:extLst>
          </p:cNvPr>
          <p:cNvPicPr>
            <a:picLocks noChangeAspect="1"/>
          </p:cNvPicPr>
          <p:nvPr/>
        </p:nvPicPr>
        <p:blipFill>
          <a:blip r:embed="rId3"/>
          <a:stretch>
            <a:fillRect/>
          </a:stretch>
        </p:blipFill>
        <p:spPr>
          <a:xfrm>
            <a:off x="1366270" y="2376390"/>
            <a:ext cx="21649871" cy="10459701"/>
          </a:xfrm>
          <a:prstGeom prst="rect">
            <a:avLst/>
          </a:prstGeom>
        </p:spPr>
      </p:pic>
    </p:spTree>
    <p:extLst>
      <p:ext uri="{BB962C8B-B14F-4D97-AF65-F5344CB8AC3E}">
        <p14:creationId xmlns:p14="http://schemas.microsoft.com/office/powerpoint/2010/main" val="399144900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671178" y="1169152"/>
            <a:ext cx="21029831" cy="1013790"/>
          </a:xfrm>
          <a:prstGeom prst="rect">
            <a:avLst/>
          </a:prstGeom>
        </p:spPr>
        <p:txBody>
          <a:bodyPr>
            <a:noAutofit/>
          </a:bodyPr>
          <a:lstStyle>
            <a:lvl1pPr algn="l" defTabSz="1828800" rtl="0" eaLnBrk="1" latinLnBrk="0" hangingPunct="1">
              <a:lnSpc>
                <a:spcPct val="100000"/>
              </a:lnSpc>
              <a:spcBef>
                <a:spcPct val="0"/>
              </a:spcBef>
              <a:buNone/>
              <a:defRPr sz="5400" kern="1200" spc="0" baseline="0">
                <a:solidFill>
                  <a:schemeClr val="tx1"/>
                </a:solidFill>
                <a:latin typeface="+mj-lt"/>
                <a:ea typeface="+mj-ea"/>
                <a:cs typeface="+mj-cs"/>
              </a:defRPr>
            </a:lvl1pPr>
          </a:lstStyle>
          <a:p>
            <a:r>
              <a:rPr lang="en-US" altLang="zh-CN" dirty="0"/>
              <a:t>5 </a:t>
            </a:r>
            <a:r>
              <a:rPr lang="zh-CN" altLang="en-US" dirty="0"/>
              <a:t>项目开发计划</a:t>
            </a:r>
            <a:r>
              <a:rPr lang="en-US" altLang="zh-CN" dirty="0"/>
              <a:t>——</a:t>
            </a:r>
            <a:r>
              <a:rPr lang="zh-CN" altLang="en-US" dirty="0"/>
              <a:t>CPAA</a:t>
            </a:r>
          </a:p>
        </p:txBody>
      </p:sp>
      <p:sp>
        <p:nvSpPr>
          <p:cNvPr id="14" name="矩形 33"/>
          <p:cNvSpPr/>
          <p:nvPr/>
        </p:nvSpPr>
        <p:spPr>
          <a:xfrm>
            <a:off x="248249" y="3362714"/>
            <a:ext cx="1760784" cy="80608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457200" rtl="0" eaLnBrk="0" fontAlgn="base" latinLnBrk="0" hangingPunct="1">
              <a:lnSpc>
                <a:spcPct val="100000"/>
              </a:lnSpc>
              <a:spcBef>
                <a:spcPct val="0"/>
              </a:spcBef>
              <a:spcAft>
                <a:spcPct val="0"/>
              </a:spcAft>
              <a:buClrTx/>
              <a:buSzTx/>
              <a:buFontTx/>
              <a:buNone/>
            </a:pPr>
            <a:r>
              <a:rPr kumimoji="1" lang="en-US" altLang="zh-CN" sz="2700" b="1" i="0" u="none" strike="noStrike" kern="1200" cap="none" spc="0" normalizeH="0" baseline="0" noProof="0" dirty="0">
                <a:ln>
                  <a:noFill/>
                </a:ln>
                <a:solidFill>
                  <a:schemeClr val="tx1"/>
                </a:solidFill>
                <a:effectLst/>
                <a:uLnTx/>
                <a:uFillTx/>
                <a:latin typeface="微软雅黑" charset="0"/>
                <a:ea typeface="微软雅黑" charset="0"/>
                <a:cs typeface="+mn-cs"/>
                <a:sym typeface="+mn-ea"/>
              </a:rPr>
              <a:t>VPP</a:t>
            </a:r>
          </a:p>
        </p:txBody>
      </p:sp>
      <p:cxnSp>
        <p:nvCxnSpPr>
          <p:cNvPr id="15" name="直接连接符 14"/>
          <p:cNvCxnSpPr/>
          <p:nvPr/>
        </p:nvCxnSpPr>
        <p:spPr>
          <a:xfrm>
            <a:off x="2283990" y="3728883"/>
            <a:ext cx="21443841"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30" name="表格 29"/>
          <p:cNvGraphicFramePr>
            <a:graphicFrameLocks noGrp="1"/>
          </p:cNvGraphicFramePr>
          <p:nvPr/>
        </p:nvGraphicFramePr>
        <p:xfrm>
          <a:off x="1128641" y="2037105"/>
          <a:ext cx="22770035" cy="636950"/>
        </p:xfrm>
        <a:graphic>
          <a:graphicData uri="http://schemas.openxmlformats.org/drawingml/2006/table">
            <a:tbl>
              <a:tblPr>
                <a:tableStyleId>{073A0DAA-6AF3-43AB-8588-CEC1D06C72B9}</a:tableStyleId>
              </a:tblPr>
              <a:tblGrid>
                <a:gridCol w="390065">
                  <a:extLst>
                    <a:ext uri="{9D8B030D-6E8A-4147-A177-3AD203B41FA5}">
                      <a16:colId xmlns:a16="http://schemas.microsoft.com/office/drawing/2014/main" val="20000"/>
                    </a:ext>
                  </a:extLst>
                </a:gridCol>
                <a:gridCol w="390065">
                  <a:extLst>
                    <a:ext uri="{9D8B030D-6E8A-4147-A177-3AD203B41FA5}">
                      <a16:colId xmlns:a16="http://schemas.microsoft.com/office/drawing/2014/main" val="20001"/>
                    </a:ext>
                  </a:extLst>
                </a:gridCol>
                <a:gridCol w="390065">
                  <a:extLst>
                    <a:ext uri="{9D8B030D-6E8A-4147-A177-3AD203B41FA5}">
                      <a16:colId xmlns:a16="http://schemas.microsoft.com/office/drawing/2014/main" val="20002"/>
                    </a:ext>
                  </a:extLst>
                </a:gridCol>
                <a:gridCol w="390065">
                  <a:extLst>
                    <a:ext uri="{9D8B030D-6E8A-4147-A177-3AD203B41FA5}">
                      <a16:colId xmlns:a16="http://schemas.microsoft.com/office/drawing/2014/main" val="20003"/>
                    </a:ext>
                  </a:extLst>
                </a:gridCol>
                <a:gridCol w="390065">
                  <a:extLst>
                    <a:ext uri="{9D8B030D-6E8A-4147-A177-3AD203B41FA5}">
                      <a16:colId xmlns:a16="http://schemas.microsoft.com/office/drawing/2014/main" val="20004"/>
                    </a:ext>
                  </a:extLst>
                </a:gridCol>
                <a:gridCol w="390065">
                  <a:extLst>
                    <a:ext uri="{9D8B030D-6E8A-4147-A177-3AD203B41FA5}">
                      <a16:colId xmlns:a16="http://schemas.microsoft.com/office/drawing/2014/main" val="20005"/>
                    </a:ext>
                  </a:extLst>
                </a:gridCol>
                <a:gridCol w="390065">
                  <a:extLst>
                    <a:ext uri="{9D8B030D-6E8A-4147-A177-3AD203B41FA5}">
                      <a16:colId xmlns:a16="http://schemas.microsoft.com/office/drawing/2014/main" val="20006"/>
                    </a:ext>
                  </a:extLst>
                </a:gridCol>
                <a:gridCol w="390065">
                  <a:extLst>
                    <a:ext uri="{9D8B030D-6E8A-4147-A177-3AD203B41FA5}">
                      <a16:colId xmlns:a16="http://schemas.microsoft.com/office/drawing/2014/main" val="20007"/>
                    </a:ext>
                  </a:extLst>
                </a:gridCol>
                <a:gridCol w="390065">
                  <a:extLst>
                    <a:ext uri="{9D8B030D-6E8A-4147-A177-3AD203B41FA5}">
                      <a16:colId xmlns:a16="http://schemas.microsoft.com/office/drawing/2014/main" val="20008"/>
                    </a:ext>
                  </a:extLst>
                </a:gridCol>
                <a:gridCol w="276295">
                  <a:extLst>
                    <a:ext uri="{9D8B030D-6E8A-4147-A177-3AD203B41FA5}">
                      <a16:colId xmlns:a16="http://schemas.microsoft.com/office/drawing/2014/main" val="20009"/>
                    </a:ext>
                  </a:extLst>
                </a:gridCol>
                <a:gridCol w="276295">
                  <a:extLst>
                    <a:ext uri="{9D8B030D-6E8A-4147-A177-3AD203B41FA5}">
                      <a16:colId xmlns:a16="http://schemas.microsoft.com/office/drawing/2014/main" val="20010"/>
                    </a:ext>
                  </a:extLst>
                </a:gridCol>
                <a:gridCol w="276295">
                  <a:extLst>
                    <a:ext uri="{9D8B030D-6E8A-4147-A177-3AD203B41FA5}">
                      <a16:colId xmlns:a16="http://schemas.microsoft.com/office/drawing/2014/main" val="20011"/>
                    </a:ext>
                  </a:extLst>
                </a:gridCol>
                <a:gridCol w="276295">
                  <a:extLst>
                    <a:ext uri="{9D8B030D-6E8A-4147-A177-3AD203B41FA5}">
                      <a16:colId xmlns:a16="http://schemas.microsoft.com/office/drawing/2014/main" val="20012"/>
                    </a:ext>
                  </a:extLst>
                </a:gridCol>
                <a:gridCol w="276295">
                  <a:extLst>
                    <a:ext uri="{9D8B030D-6E8A-4147-A177-3AD203B41FA5}">
                      <a16:colId xmlns:a16="http://schemas.microsoft.com/office/drawing/2014/main" val="20013"/>
                    </a:ext>
                  </a:extLst>
                </a:gridCol>
                <a:gridCol w="276295">
                  <a:extLst>
                    <a:ext uri="{9D8B030D-6E8A-4147-A177-3AD203B41FA5}">
                      <a16:colId xmlns:a16="http://schemas.microsoft.com/office/drawing/2014/main" val="20014"/>
                    </a:ext>
                  </a:extLst>
                </a:gridCol>
                <a:gridCol w="276295">
                  <a:extLst>
                    <a:ext uri="{9D8B030D-6E8A-4147-A177-3AD203B41FA5}">
                      <a16:colId xmlns:a16="http://schemas.microsoft.com/office/drawing/2014/main" val="20015"/>
                    </a:ext>
                  </a:extLst>
                </a:gridCol>
                <a:gridCol w="276295">
                  <a:extLst>
                    <a:ext uri="{9D8B030D-6E8A-4147-A177-3AD203B41FA5}">
                      <a16:colId xmlns:a16="http://schemas.microsoft.com/office/drawing/2014/main" val="20016"/>
                    </a:ext>
                  </a:extLst>
                </a:gridCol>
                <a:gridCol w="276295">
                  <a:extLst>
                    <a:ext uri="{9D8B030D-6E8A-4147-A177-3AD203B41FA5}">
                      <a16:colId xmlns:a16="http://schemas.microsoft.com/office/drawing/2014/main" val="20017"/>
                    </a:ext>
                  </a:extLst>
                </a:gridCol>
                <a:gridCol w="390065">
                  <a:extLst>
                    <a:ext uri="{9D8B030D-6E8A-4147-A177-3AD203B41FA5}">
                      <a16:colId xmlns:a16="http://schemas.microsoft.com/office/drawing/2014/main" val="20018"/>
                    </a:ext>
                  </a:extLst>
                </a:gridCol>
                <a:gridCol w="390065">
                  <a:extLst>
                    <a:ext uri="{9D8B030D-6E8A-4147-A177-3AD203B41FA5}">
                      <a16:colId xmlns:a16="http://schemas.microsoft.com/office/drawing/2014/main" val="20019"/>
                    </a:ext>
                  </a:extLst>
                </a:gridCol>
                <a:gridCol w="390065">
                  <a:extLst>
                    <a:ext uri="{9D8B030D-6E8A-4147-A177-3AD203B41FA5}">
                      <a16:colId xmlns:a16="http://schemas.microsoft.com/office/drawing/2014/main" val="20020"/>
                    </a:ext>
                  </a:extLst>
                </a:gridCol>
                <a:gridCol w="390065">
                  <a:extLst>
                    <a:ext uri="{9D8B030D-6E8A-4147-A177-3AD203B41FA5}">
                      <a16:colId xmlns:a16="http://schemas.microsoft.com/office/drawing/2014/main" val="20021"/>
                    </a:ext>
                  </a:extLst>
                </a:gridCol>
                <a:gridCol w="390065">
                  <a:extLst>
                    <a:ext uri="{9D8B030D-6E8A-4147-A177-3AD203B41FA5}">
                      <a16:colId xmlns:a16="http://schemas.microsoft.com/office/drawing/2014/main" val="20022"/>
                    </a:ext>
                  </a:extLst>
                </a:gridCol>
                <a:gridCol w="390065">
                  <a:extLst>
                    <a:ext uri="{9D8B030D-6E8A-4147-A177-3AD203B41FA5}">
                      <a16:colId xmlns:a16="http://schemas.microsoft.com/office/drawing/2014/main" val="20023"/>
                    </a:ext>
                  </a:extLst>
                </a:gridCol>
                <a:gridCol w="390065">
                  <a:extLst>
                    <a:ext uri="{9D8B030D-6E8A-4147-A177-3AD203B41FA5}">
                      <a16:colId xmlns:a16="http://schemas.microsoft.com/office/drawing/2014/main" val="20024"/>
                    </a:ext>
                  </a:extLst>
                </a:gridCol>
                <a:gridCol w="390065">
                  <a:extLst>
                    <a:ext uri="{9D8B030D-6E8A-4147-A177-3AD203B41FA5}">
                      <a16:colId xmlns:a16="http://schemas.microsoft.com/office/drawing/2014/main" val="20025"/>
                    </a:ext>
                  </a:extLst>
                </a:gridCol>
                <a:gridCol w="390065">
                  <a:extLst>
                    <a:ext uri="{9D8B030D-6E8A-4147-A177-3AD203B41FA5}">
                      <a16:colId xmlns:a16="http://schemas.microsoft.com/office/drawing/2014/main" val="20026"/>
                    </a:ext>
                  </a:extLst>
                </a:gridCol>
                <a:gridCol w="390065">
                  <a:extLst>
                    <a:ext uri="{9D8B030D-6E8A-4147-A177-3AD203B41FA5}">
                      <a16:colId xmlns:a16="http://schemas.microsoft.com/office/drawing/2014/main" val="20027"/>
                    </a:ext>
                  </a:extLst>
                </a:gridCol>
                <a:gridCol w="390065">
                  <a:extLst>
                    <a:ext uri="{9D8B030D-6E8A-4147-A177-3AD203B41FA5}">
                      <a16:colId xmlns:a16="http://schemas.microsoft.com/office/drawing/2014/main" val="20028"/>
                    </a:ext>
                  </a:extLst>
                </a:gridCol>
                <a:gridCol w="390065">
                  <a:extLst>
                    <a:ext uri="{9D8B030D-6E8A-4147-A177-3AD203B41FA5}">
                      <a16:colId xmlns:a16="http://schemas.microsoft.com/office/drawing/2014/main" val="20029"/>
                    </a:ext>
                  </a:extLst>
                </a:gridCol>
                <a:gridCol w="390065">
                  <a:extLst>
                    <a:ext uri="{9D8B030D-6E8A-4147-A177-3AD203B41FA5}">
                      <a16:colId xmlns:a16="http://schemas.microsoft.com/office/drawing/2014/main" val="20030"/>
                    </a:ext>
                  </a:extLst>
                </a:gridCol>
                <a:gridCol w="390065">
                  <a:extLst>
                    <a:ext uri="{9D8B030D-6E8A-4147-A177-3AD203B41FA5}">
                      <a16:colId xmlns:a16="http://schemas.microsoft.com/office/drawing/2014/main" val="20031"/>
                    </a:ext>
                  </a:extLst>
                </a:gridCol>
                <a:gridCol w="390065">
                  <a:extLst>
                    <a:ext uri="{9D8B030D-6E8A-4147-A177-3AD203B41FA5}">
                      <a16:colId xmlns:a16="http://schemas.microsoft.com/office/drawing/2014/main" val="20032"/>
                    </a:ext>
                  </a:extLst>
                </a:gridCol>
                <a:gridCol w="390065">
                  <a:extLst>
                    <a:ext uri="{9D8B030D-6E8A-4147-A177-3AD203B41FA5}">
                      <a16:colId xmlns:a16="http://schemas.microsoft.com/office/drawing/2014/main" val="20033"/>
                    </a:ext>
                  </a:extLst>
                </a:gridCol>
                <a:gridCol w="390065">
                  <a:extLst>
                    <a:ext uri="{9D8B030D-6E8A-4147-A177-3AD203B41FA5}">
                      <a16:colId xmlns:a16="http://schemas.microsoft.com/office/drawing/2014/main" val="20034"/>
                    </a:ext>
                  </a:extLst>
                </a:gridCol>
                <a:gridCol w="390065">
                  <a:extLst>
                    <a:ext uri="{9D8B030D-6E8A-4147-A177-3AD203B41FA5}">
                      <a16:colId xmlns:a16="http://schemas.microsoft.com/office/drawing/2014/main" val="20035"/>
                    </a:ext>
                  </a:extLst>
                </a:gridCol>
                <a:gridCol w="390065">
                  <a:extLst>
                    <a:ext uri="{9D8B030D-6E8A-4147-A177-3AD203B41FA5}">
                      <a16:colId xmlns:a16="http://schemas.microsoft.com/office/drawing/2014/main" val="20036"/>
                    </a:ext>
                  </a:extLst>
                </a:gridCol>
                <a:gridCol w="390065">
                  <a:extLst>
                    <a:ext uri="{9D8B030D-6E8A-4147-A177-3AD203B41FA5}">
                      <a16:colId xmlns:a16="http://schemas.microsoft.com/office/drawing/2014/main" val="20037"/>
                    </a:ext>
                  </a:extLst>
                </a:gridCol>
                <a:gridCol w="390065">
                  <a:extLst>
                    <a:ext uri="{9D8B030D-6E8A-4147-A177-3AD203B41FA5}">
                      <a16:colId xmlns:a16="http://schemas.microsoft.com/office/drawing/2014/main" val="20038"/>
                    </a:ext>
                  </a:extLst>
                </a:gridCol>
                <a:gridCol w="390065">
                  <a:extLst>
                    <a:ext uri="{9D8B030D-6E8A-4147-A177-3AD203B41FA5}">
                      <a16:colId xmlns:a16="http://schemas.microsoft.com/office/drawing/2014/main" val="20039"/>
                    </a:ext>
                  </a:extLst>
                </a:gridCol>
                <a:gridCol w="390065">
                  <a:extLst>
                    <a:ext uri="{9D8B030D-6E8A-4147-A177-3AD203B41FA5}">
                      <a16:colId xmlns:a16="http://schemas.microsoft.com/office/drawing/2014/main" val="20040"/>
                    </a:ext>
                  </a:extLst>
                </a:gridCol>
                <a:gridCol w="390065">
                  <a:extLst>
                    <a:ext uri="{9D8B030D-6E8A-4147-A177-3AD203B41FA5}">
                      <a16:colId xmlns:a16="http://schemas.microsoft.com/office/drawing/2014/main" val="20041"/>
                    </a:ext>
                  </a:extLst>
                </a:gridCol>
                <a:gridCol w="390065">
                  <a:extLst>
                    <a:ext uri="{9D8B030D-6E8A-4147-A177-3AD203B41FA5}">
                      <a16:colId xmlns:a16="http://schemas.microsoft.com/office/drawing/2014/main" val="20042"/>
                    </a:ext>
                  </a:extLst>
                </a:gridCol>
                <a:gridCol w="390065">
                  <a:extLst>
                    <a:ext uri="{9D8B030D-6E8A-4147-A177-3AD203B41FA5}">
                      <a16:colId xmlns:a16="http://schemas.microsoft.com/office/drawing/2014/main" val="20043"/>
                    </a:ext>
                  </a:extLst>
                </a:gridCol>
                <a:gridCol w="390065">
                  <a:extLst>
                    <a:ext uri="{9D8B030D-6E8A-4147-A177-3AD203B41FA5}">
                      <a16:colId xmlns:a16="http://schemas.microsoft.com/office/drawing/2014/main" val="20044"/>
                    </a:ext>
                  </a:extLst>
                </a:gridCol>
                <a:gridCol w="390065">
                  <a:extLst>
                    <a:ext uri="{9D8B030D-6E8A-4147-A177-3AD203B41FA5}">
                      <a16:colId xmlns:a16="http://schemas.microsoft.com/office/drawing/2014/main" val="20045"/>
                    </a:ext>
                  </a:extLst>
                </a:gridCol>
                <a:gridCol w="390065">
                  <a:extLst>
                    <a:ext uri="{9D8B030D-6E8A-4147-A177-3AD203B41FA5}">
                      <a16:colId xmlns:a16="http://schemas.microsoft.com/office/drawing/2014/main" val="20046"/>
                    </a:ext>
                  </a:extLst>
                </a:gridCol>
                <a:gridCol w="390065">
                  <a:extLst>
                    <a:ext uri="{9D8B030D-6E8A-4147-A177-3AD203B41FA5}">
                      <a16:colId xmlns:a16="http://schemas.microsoft.com/office/drawing/2014/main" val="20047"/>
                    </a:ext>
                  </a:extLst>
                </a:gridCol>
                <a:gridCol w="390065">
                  <a:extLst>
                    <a:ext uri="{9D8B030D-6E8A-4147-A177-3AD203B41FA5}">
                      <a16:colId xmlns:a16="http://schemas.microsoft.com/office/drawing/2014/main" val="20048"/>
                    </a:ext>
                  </a:extLst>
                </a:gridCol>
                <a:gridCol w="390065">
                  <a:extLst>
                    <a:ext uri="{9D8B030D-6E8A-4147-A177-3AD203B41FA5}">
                      <a16:colId xmlns:a16="http://schemas.microsoft.com/office/drawing/2014/main" val="20049"/>
                    </a:ext>
                  </a:extLst>
                </a:gridCol>
                <a:gridCol w="390065">
                  <a:extLst>
                    <a:ext uri="{9D8B030D-6E8A-4147-A177-3AD203B41FA5}">
                      <a16:colId xmlns:a16="http://schemas.microsoft.com/office/drawing/2014/main" val="20050"/>
                    </a:ext>
                  </a:extLst>
                </a:gridCol>
                <a:gridCol w="390065">
                  <a:extLst>
                    <a:ext uri="{9D8B030D-6E8A-4147-A177-3AD203B41FA5}">
                      <a16:colId xmlns:a16="http://schemas.microsoft.com/office/drawing/2014/main" val="20051"/>
                    </a:ext>
                  </a:extLst>
                </a:gridCol>
                <a:gridCol w="390065">
                  <a:extLst>
                    <a:ext uri="{9D8B030D-6E8A-4147-A177-3AD203B41FA5}">
                      <a16:colId xmlns:a16="http://schemas.microsoft.com/office/drawing/2014/main" val="20052"/>
                    </a:ext>
                  </a:extLst>
                </a:gridCol>
                <a:gridCol w="390065">
                  <a:extLst>
                    <a:ext uri="{9D8B030D-6E8A-4147-A177-3AD203B41FA5}">
                      <a16:colId xmlns:a16="http://schemas.microsoft.com/office/drawing/2014/main" val="20053"/>
                    </a:ext>
                  </a:extLst>
                </a:gridCol>
                <a:gridCol w="390065">
                  <a:extLst>
                    <a:ext uri="{9D8B030D-6E8A-4147-A177-3AD203B41FA5}">
                      <a16:colId xmlns:a16="http://schemas.microsoft.com/office/drawing/2014/main" val="20054"/>
                    </a:ext>
                  </a:extLst>
                </a:gridCol>
                <a:gridCol w="390065">
                  <a:extLst>
                    <a:ext uri="{9D8B030D-6E8A-4147-A177-3AD203B41FA5}">
                      <a16:colId xmlns:a16="http://schemas.microsoft.com/office/drawing/2014/main" val="20055"/>
                    </a:ext>
                  </a:extLst>
                </a:gridCol>
                <a:gridCol w="390065">
                  <a:extLst>
                    <a:ext uri="{9D8B030D-6E8A-4147-A177-3AD203B41FA5}">
                      <a16:colId xmlns:a16="http://schemas.microsoft.com/office/drawing/2014/main" val="20056"/>
                    </a:ext>
                  </a:extLst>
                </a:gridCol>
                <a:gridCol w="390065">
                  <a:extLst>
                    <a:ext uri="{9D8B030D-6E8A-4147-A177-3AD203B41FA5}">
                      <a16:colId xmlns:a16="http://schemas.microsoft.com/office/drawing/2014/main" val="20057"/>
                    </a:ext>
                  </a:extLst>
                </a:gridCol>
                <a:gridCol w="390065">
                  <a:extLst>
                    <a:ext uri="{9D8B030D-6E8A-4147-A177-3AD203B41FA5}">
                      <a16:colId xmlns:a16="http://schemas.microsoft.com/office/drawing/2014/main" val="20058"/>
                    </a:ext>
                  </a:extLst>
                </a:gridCol>
                <a:gridCol w="390065">
                  <a:extLst>
                    <a:ext uri="{9D8B030D-6E8A-4147-A177-3AD203B41FA5}">
                      <a16:colId xmlns:a16="http://schemas.microsoft.com/office/drawing/2014/main" val="20059"/>
                    </a:ext>
                  </a:extLst>
                </a:gridCol>
                <a:gridCol w="390065">
                  <a:extLst>
                    <a:ext uri="{9D8B030D-6E8A-4147-A177-3AD203B41FA5}">
                      <a16:colId xmlns:a16="http://schemas.microsoft.com/office/drawing/2014/main" val="20060"/>
                    </a:ext>
                  </a:extLst>
                </a:gridCol>
              </a:tblGrid>
              <a:tr h="336905">
                <a:tc gridSpan="5">
                  <a:txBody>
                    <a:bodyPr/>
                    <a:lstStyle/>
                    <a:p>
                      <a:pPr algn="ctr" fontAlgn="ctr"/>
                      <a:r>
                        <a:rPr lang="en-US" sz="1400" u="none" strike="noStrike" dirty="0">
                          <a:effectLst/>
                          <a:latin typeface="微软雅黑" panose="020B0503020204020204" pitchFamily="34" charset="-122"/>
                          <a:ea typeface="微软雅黑" panose="020B0503020204020204" pitchFamily="34" charset="-122"/>
                        </a:rPr>
                        <a:t>Nov</a:t>
                      </a:r>
                      <a:endParaRPr 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ctr"/>
                      <a:r>
                        <a:rPr lang="en-US" sz="1400" u="none" strike="noStrike">
                          <a:effectLst/>
                          <a:latin typeface="微软雅黑" panose="020B0503020204020204" pitchFamily="34" charset="-122"/>
                          <a:ea typeface="微软雅黑" panose="020B0503020204020204" pitchFamily="34" charset="-122"/>
                        </a:rPr>
                        <a:t>Dec</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algn="ctr" fontAlgn="ctr"/>
                      <a:r>
                        <a:rPr lang="en-US" sz="1400" u="none" strike="noStrike">
                          <a:effectLst/>
                          <a:latin typeface="微软雅黑" panose="020B0503020204020204" pitchFamily="34" charset="-122"/>
                          <a:ea typeface="微软雅黑" panose="020B0503020204020204" pitchFamily="34" charset="-122"/>
                        </a:rPr>
                        <a:t>Jan</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dirty="0">
                          <a:effectLst/>
                          <a:latin typeface="微软雅黑" panose="020B0503020204020204" pitchFamily="34" charset="-122"/>
                          <a:ea typeface="微软雅黑" panose="020B0503020204020204" pitchFamily="34" charset="-122"/>
                        </a:rPr>
                        <a:t>Feb</a:t>
                      </a:r>
                      <a:endParaRPr 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Mar</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Apr</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algn="ctr" fontAlgn="b"/>
                      <a:r>
                        <a:rPr lang="en-US" sz="1400" u="none" strike="noStrike">
                          <a:effectLst/>
                          <a:latin typeface="微软雅黑" panose="020B0503020204020204" pitchFamily="34" charset="-122"/>
                          <a:ea typeface="微软雅黑" panose="020B0503020204020204" pitchFamily="34" charset="-122"/>
                        </a:rPr>
                        <a:t>May</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Jun</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Jul</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algn="ctr" fontAlgn="b"/>
                      <a:r>
                        <a:rPr lang="en-US" sz="1400" u="none" strike="noStrike">
                          <a:effectLst/>
                          <a:latin typeface="微软雅黑" panose="020B0503020204020204" pitchFamily="34" charset="-122"/>
                          <a:ea typeface="微软雅黑" panose="020B0503020204020204" pitchFamily="34" charset="-122"/>
                        </a:rPr>
                        <a:t>Aug</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Sep</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Oct</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algn="ctr" fontAlgn="b"/>
                      <a:r>
                        <a:rPr lang="en-US" sz="1400" u="none" strike="noStrike">
                          <a:effectLst/>
                          <a:latin typeface="微软雅黑" panose="020B0503020204020204" pitchFamily="34" charset="-122"/>
                          <a:ea typeface="微软雅黑" panose="020B0503020204020204" pitchFamily="34" charset="-122"/>
                        </a:rPr>
                        <a:t>Nov</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fontAlgn="b"/>
                      <a:r>
                        <a:rPr lang="en-US" sz="1400" u="none" strike="noStrike">
                          <a:effectLst/>
                          <a:latin typeface="微软雅黑" panose="020B0503020204020204" pitchFamily="34" charset="-122"/>
                          <a:ea typeface="微软雅黑" panose="020B0503020204020204" pitchFamily="34" charset="-122"/>
                        </a:rPr>
                        <a:t>Dec</a:t>
                      </a:r>
                      <a:endParaRPr lang="en-US"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00045">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dirty="0">
                          <a:effectLst/>
                          <a:latin typeface="微软雅黑" panose="020B0503020204020204" pitchFamily="34" charset="-122"/>
                          <a:ea typeface="微软雅黑" panose="020B0503020204020204" pitchFamily="34" charset="-122"/>
                        </a:rPr>
                        <a:t>1</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dirty="0">
                          <a:effectLst/>
                          <a:latin typeface="微软雅黑" panose="020B0503020204020204" pitchFamily="34" charset="-122"/>
                          <a:ea typeface="微软雅黑" panose="020B0503020204020204" pitchFamily="34" charset="-122"/>
                        </a:rPr>
                        <a:t>4</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dirty="0">
                          <a:effectLst/>
                          <a:latin typeface="微软雅黑" panose="020B0503020204020204" pitchFamily="34" charset="-122"/>
                          <a:ea typeface="微软雅黑" panose="020B0503020204020204" pitchFamily="34" charset="-122"/>
                        </a:rPr>
                        <a:t>18</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19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29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39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42</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43</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44</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45</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46</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47</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48</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49</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50</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a:effectLst/>
                          <a:latin typeface="微软雅黑" panose="020B0503020204020204" pitchFamily="34" charset="-122"/>
                          <a:ea typeface="微软雅黑" panose="020B0503020204020204" pitchFamily="34" charset="-122"/>
                        </a:rPr>
                        <a:t>51</a:t>
                      </a:r>
                      <a:endParaRPr lang="en-US" altLang="zh-CN" sz="14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r>
                        <a:rPr lang="en-US" altLang="zh-CN" sz="1400" u="none" strike="noStrike" dirty="0">
                          <a:effectLst/>
                          <a:latin typeface="微软雅黑" panose="020B0503020204020204" pitchFamily="34" charset="-122"/>
                          <a:ea typeface="微软雅黑" panose="020B0503020204020204" pitchFamily="34" charset="-122"/>
                        </a:rPr>
                        <a:t>52</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0001"/>
                  </a:ext>
                </a:extLst>
              </a:tr>
            </a:tbl>
          </a:graphicData>
        </a:graphic>
      </p:graphicFrame>
      <p:sp>
        <p:nvSpPr>
          <p:cNvPr id="2" name="矩形 33"/>
          <p:cNvSpPr/>
          <p:nvPr/>
        </p:nvSpPr>
        <p:spPr>
          <a:xfrm>
            <a:off x="248273" y="5411613"/>
            <a:ext cx="1760784" cy="80608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457200" rtl="0" eaLnBrk="0" fontAlgn="base" latinLnBrk="0" hangingPunct="1">
              <a:lnSpc>
                <a:spcPct val="100000"/>
              </a:lnSpc>
              <a:spcBef>
                <a:spcPct val="0"/>
              </a:spcBef>
              <a:spcAft>
                <a:spcPct val="0"/>
              </a:spcAft>
              <a:buClrTx/>
              <a:buSzTx/>
              <a:buFontTx/>
              <a:buNone/>
            </a:pPr>
            <a:r>
              <a:rPr kumimoji="1" lang="en-US" altLang="zh-CN" sz="2700" b="1" dirty="0">
                <a:solidFill>
                  <a:schemeClr val="tx1"/>
                </a:solidFill>
                <a:latin typeface="微软雅黑" charset="0"/>
                <a:ea typeface="微软雅黑" charset="0"/>
                <a:sym typeface="+mn-ea"/>
              </a:rPr>
              <a:t>DHU</a:t>
            </a:r>
            <a:endParaRPr kumimoji="1" lang="en-US" altLang="zh-CN" sz="2700" b="1" i="0" u="none" strike="noStrike" kern="1200" cap="none" spc="0" normalizeH="0" baseline="0" noProof="0" dirty="0">
              <a:ln>
                <a:noFill/>
              </a:ln>
              <a:solidFill>
                <a:schemeClr val="tx1"/>
              </a:solidFill>
              <a:effectLst/>
              <a:uLnTx/>
              <a:uFillTx/>
              <a:latin typeface="微软雅黑" charset="0"/>
              <a:ea typeface="微软雅黑" charset="0"/>
              <a:cs typeface="+mn-cs"/>
              <a:sym typeface="+mn-ea"/>
            </a:endParaRPr>
          </a:p>
        </p:txBody>
      </p:sp>
      <p:cxnSp>
        <p:nvCxnSpPr>
          <p:cNvPr id="3" name="直接连接符 2"/>
          <p:cNvCxnSpPr/>
          <p:nvPr/>
        </p:nvCxnSpPr>
        <p:spPr>
          <a:xfrm>
            <a:off x="2283970" y="5882207"/>
            <a:ext cx="21373857"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86" name="组合 85"/>
          <p:cNvGrpSpPr/>
          <p:nvPr/>
        </p:nvGrpSpPr>
        <p:grpSpPr>
          <a:xfrm>
            <a:off x="2558604" y="5162550"/>
            <a:ext cx="1348361" cy="1246003"/>
            <a:chOff x="2558604" y="5162550"/>
            <a:chExt cx="1348361" cy="1246003"/>
          </a:xfrm>
        </p:grpSpPr>
        <p:sp>
          <p:nvSpPr>
            <p:cNvPr id="4"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1" name="文本框 10"/>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VP2</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13" name="文本框 12"/>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25W47</a:t>
              </a:r>
              <a:r>
                <a:rPr lang="zh-CN" altLang="en-US" sz="1700" dirty="0">
                  <a:latin typeface="Arial" panose="020B0604020202020204" pitchFamily="34" charset="0"/>
                  <a:cs typeface="Arial" panose="020B0604020202020204" pitchFamily="34" charset="0"/>
                </a:rPr>
                <a:t> </a:t>
              </a:r>
            </a:p>
          </p:txBody>
        </p:sp>
      </p:grpSp>
      <p:sp>
        <p:nvSpPr>
          <p:cNvPr id="81" name="EayslinkWatermark"/>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1" name="组合 90"/>
          <p:cNvGrpSpPr/>
          <p:nvPr/>
        </p:nvGrpSpPr>
        <p:grpSpPr>
          <a:xfrm>
            <a:off x="6075242" y="5214696"/>
            <a:ext cx="1348361" cy="1246003"/>
            <a:chOff x="2558604" y="5162550"/>
            <a:chExt cx="1348361" cy="1246003"/>
          </a:xfrm>
        </p:grpSpPr>
        <p:sp>
          <p:nvSpPr>
            <p:cNvPr id="92"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93" name="文本框 92"/>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TT</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94" name="文本框 93"/>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26W8</a:t>
              </a:r>
              <a:r>
                <a:rPr lang="zh-CN" altLang="en-US" sz="1700" dirty="0">
                  <a:latin typeface="Arial" panose="020B0604020202020204" pitchFamily="34" charset="0"/>
                  <a:cs typeface="Arial" panose="020B0604020202020204" pitchFamily="34" charset="0"/>
                </a:rPr>
                <a:t> </a:t>
              </a:r>
            </a:p>
          </p:txBody>
        </p:sp>
      </p:grpSp>
      <p:grpSp>
        <p:nvGrpSpPr>
          <p:cNvPr id="95" name="组合 94"/>
          <p:cNvGrpSpPr/>
          <p:nvPr/>
        </p:nvGrpSpPr>
        <p:grpSpPr>
          <a:xfrm>
            <a:off x="14649162" y="5178139"/>
            <a:ext cx="1348361" cy="1246003"/>
            <a:chOff x="2558604" y="5162550"/>
            <a:chExt cx="1348361" cy="1246003"/>
          </a:xfrm>
        </p:grpSpPr>
        <p:sp>
          <p:nvSpPr>
            <p:cNvPr id="96"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97" name="文本框 96"/>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PP</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98" name="文本框 97"/>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26W30</a:t>
              </a:r>
              <a:r>
                <a:rPr lang="zh-CN" altLang="en-US" sz="1700" dirty="0">
                  <a:latin typeface="Arial" panose="020B0604020202020204" pitchFamily="34" charset="0"/>
                  <a:cs typeface="Arial" panose="020B0604020202020204" pitchFamily="34" charset="0"/>
                </a:rPr>
                <a:t> </a:t>
              </a:r>
            </a:p>
          </p:txBody>
        </p:sp>
      </p:grpSp>
      <p:grpSp>
        <p:nvGrpSpPr>
          <p:cNvPr id="99" name="组合 98"/>
          <p:cNvGrpSpPr/>
          <p:nvPr/>
        </p:nvGrpSpPr>
        <p:grpSpPr>
          <a:xfrm>
            <a:off x="18602840" y="5187821"/>
            <a:ext cx="1348361" cy="1246003"/>
            <a:chOff x="2558604" y="5162550"/>
            <a:chExt cx="1348361" cy="1246003"/>
          </a:xfrm>
        </p:grpSpPr>
        <p:sp>
          <p:nvSpPr>
            <p:cNvPr id="100"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01" name="文本框 100"/>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J1</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MRD</a:t>
              </a:r>
              <a:endParaRPr lang="zh-CN" altLang="en-US" sz="1700" dirty="0">
                <a:latin typeface="Arial" panose="020B0604020202020204" pitchFamily="34" charset="0"/>
                <a:cs typeface="Arial" panose="020B0604020202020204" pitchFamily="34" charset="0"/>
              </a:endParaRPr>
            </a:p>
          </p:txBody>
        </p:sp>
        <p:sp>
          <p:nvSpPr>
            <p:cNvPr id="102" name="文本框 101"/>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26W40</a:t>
              </a:r>
              <a:r>
                <a:rPr lang="zh-CN" altLang="en-US" sz="1700" dirty="0">
                  <a:latin typeface="Arial" panose="020B0604020202020204" pitchFamily="34" charset="0"/>
                  <a:cs typeface="Arial" panose="020B0604020202020204" pitchFamily="34" charset="0"/>
                </a:rPr>
                <a:t> </a:t>
              </a:r>
            </a:p>
          </p:txBody>
        </p:sp>
      </p:grpSp>
      <p:grpSp>
        <p:nvGrpSpPr>
          <p:cNvPr id="103" name="组合 102"/>
          <p:cNvGrpSpPr/>
          <p:nvPr/>
        </p:nvGrpSpPr>
        <p:grpSpPr>
          <a:xfrm>
            <a:off x="23023237" y="3017962"/>
            <a:ext cx="1348361" cy="1246003"/>
            <a:chOff x="2558604" y="5162550"/>
            <a:chExt cx="1348361" cy="1246003"/>
          </a:xfrm>
        </p:grpSpPr>
        <p:sp>
          <p:nvSpPr>
            <p:cNvPr id="104"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05" name="文本框 104"/>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OKtB</a:t>
              </a:r>
              <a:endParaRPr lang="zh-CN" altLang="en-US" sz="1700" dirty="0">
                <a:latin typeface="Arial" panose="020B0604020202020204" pitchFamily="34" charset="0"/>
                <a:cs typeface="Arial" panose="020B0604020202020204" pitchFamily="34" charset="0"/>
              </a:endParaRPr>
            </a:p>
          </p:txBody>
        </p:sp>
        <p:sp>
          <p:nvSpPr>
            <p:cNvPr id="106" name="文本框 105"/>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26W53</a:t>
              </a:r>
              <a:r>
                <a:rPr lang="zh-CN" altLang="en-US" sz="1700" dirty="0">
                  <a:latin typeface="Arial" panose="020B0604020202020204" pitchFamily="34" charset="0"/>
                  <a:cs typeface="Arial" panose="020B0604020202020204" pitchFamily="34" charset="0"/>
                </a:rPr>
                <a:t> </a:t>
              </a:r>
            </a:p>
          </p:txBody>
        </p:sp>
      </p:grpSp>
      <p:grpSp>
        <p:nvGrpSpPr>
          <p:cNvPr id="107" name="组合 106"/>
          <p:cNvGrpSpPr/>
          <p:nvPr/>
        </p:nvGrpSpPr>
        <p:grpSpPr>
          <a:xfrm>
            <a:off x="20109824" y="3037767"/>
            <a:ext cx="1348361" cy="1246003"/>
            <a:chOff x="2558604" y="5162550"/>
            <a:chExt cx="1348361" cy="1246003"/>
          </a:xfrm>
        </p:grpSpPr>
        <p:sp>
          <p:nvSpPr>
            <p:cNvPr id="108"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09" name="文本框 108"/>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J1</a:t>
              </a:r>
              <a:endParaRPr lang="zh-CN" altLang="en-US" sz="1700" dirty="0">
                <a:latin typeface="Arial" panose="020B0604020202020204" pitchFamily="34" charset="0"/>
                <a:cs typeface="Arial" panose="020B0604020202020204" pitchFamily="34" charset="0"/>
              </a:endParaRPr>
            </a:p>
          </p:txBody>
        </p:sp>
        <p:sp>
          <p:nvSpPr>
            <p:cNvPr id="110" name="文本框 109"/>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26W44</a:t>
              </a:r>
              <a:r>
                <a:rPr lang="zh-CN" altLang="en-US" sz="1700" dirty="0">
                  <a:latin typeface="Arial" panose="020B0604020202020204" pitchFamily="34" charset="0"/>
                  <a:cs typeface="Arial" panose="020B0604020202020204" pitchFamily="34" charset="0"/>
                </a:rPr>
                <a:t> </a:t>
              </a:r>
            </a:p>
          </p:txBody>
        </p:sp>
      </p:grpSp>
      <p:grpSp>
        <p:nvGrpSpPr>
          <p:cNvPr id="111" name="组合 110"/>
          <p:cNvGrpSpPr/>
          <p:nvPr/>
        </p:nvGrpSpPr>
        <p:grpSpPr>
          <a:xfrm>
            <a:off x="7580181" y="3016893"/>
            <a:ext cx="1348361" cy="1246003"/>
            <a:chOff x="2558604" y="5162550"/>
            <a:chExt cx="1348361" cy="1246003"/>
          </a:xfrm>
        </p:grpSpPr>
        <p:sp>
          <p:nvSpPr>
            <p:cNvPr id="112"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13" name="文本框 112"/>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TT</a:t>
              </a:r>
              <a:r>
                <a:rPr lang="zh-CN" altLang="en-US" sz="1700" dirty="0">
                  <a:latin typeface="Arial" panose="020B0604020202020204" pitchFamily="34" charset="0"/>
                  <a:cs typeface="Arial" panose="020B0604020202020204" pitchFamily="34" charset="0"/>
                </a:rPr>
                <a:t>造车</a:t>
              </a:r>
            </a:p>
          </p:txBody>
        </p:sp>
        <p:sp>
          <p:nvSpPr>
            <p:cNvPr id="114" name="文本框 113"/>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26W12</a:t>
              </a:r>
              <a:r>
                <a:rPr lang="zh-CN" altLang="en-US" sz="1700" dirty="0">
                  <a:latin typeface="Arial" panose="020B0604020202020204" pitchFamily="34" charset="0"/>
                  <a:cs typeface="Arial" panose="020B0604020202020204" pitchFamily="34" charset="0"/>
                </a:rPr>
                <a:t> </a:t>
              </a:r>
            </a:p>
          </p:txBody>
        </p:sp>
      </p:grpSp>
      <p:grpSp>
        <p:nvGrpSpPr>
          <p:cNvPr id="115" name="组合 114"/>
          <p:cNvGrpSpPr/>
          <p:nvPr/>
        </p:nvGrpSpPr>
        <p:grpSpPr>
          <a:xfrm>
            <a:off x="3550594" y="3090262"/>
            <a:ext cx="1348361" cy="1246003"/>
            <a:chOff x="2558604" y="5162550"/>
            <a:chExt cx="1348361" cy="1246003"/>
          </a:xfrm>
        </p:grpSpPr>
        <p:sp>
          <p:nvSpPr>
            <p:cNvPr id="116"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17" name="文本框 116"/>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VP2</a:t>
              </a:r>
              <a:r>
                <a:rPr lang="zh-CN" altLang="en-US" sz="1700" dirty="0">
                  <a:latin typeface="Arial" panose="020B0604020202020204" pitchFamily="34" charset="0"/>
                  <a:cs typeface="Arial" panose="020B0604020202020204" pitchFamily="34" charset="0"/>
                </a:rPr>
                <a:t>造车</a:t>
              </a:r>
            </a:p>
          </p:txBody>
        </p:sp>
        <p:sp>
          <p:nvSpPr>
            <p:cNvPr id="118" name="文本框 117"/>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25W51</a:t>
              </a:r>
              <a:r>
                <a:rPr lang="zh-CN" altLang="en-US" sz="1700" dirty="0">
                  <a:latin typeface="Arial" panose="020B0604020202020204" pitchFamily="34" charset="0"/>
                  <a:cs typeface="Arial" panose="020B0604020202020204" pitchFamily="34" charset="0"/>
                </a:rPr>
                <a:t> </a:t>
              </a:r>
            </a:p>
          </p:txBody>
        </p:sp>
      </p:grpSp>
      <p:grpSp>
        <p:nvGrpSpPr>
          <p:cNvPr id="119" name="组合 118"/>
          <p:cNvGrpSpPr/>
          <p:nvPr/>
        </p:nvGrpSpPr>
        <p:grpSpPr>
          <a:xfrm>
            <a:off x="17006755" y="3037767"/>
            <a:ext cx="1348361" cy="1246003"/>
            <a:chOff x="2558604" y="5162550"/>
            <a:chExt cx="1348361" cy="1246003"/>
          </a:xfrm>
        </p:grpSpPr>
        <p:sp>
          <p:nvSpPr>
            <p:cNvPr id="120"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21" name="文本框 120"/>
            <p:cNvSpPr txBox="1"/>
            <p:nvPr/>
          </p:nvSpPr>
          <p:spPr>
            <a:xfrm>
              <a:off x="2558604" y="6071719"/>
              <a:ext cx="1158705" cy="336834"/>
            </a:xfrm>
            <a:prstGeom prst="rect">
              <a:avLst/>
            </a:prstGeom>
          </p:spPr>
          <p:txBody>
            <a:bodyPr wrap="square" rtlCol="0">
              <a:noAutofit/>
            </a:bodyPr>
            <a:lstStyle/>
            <a:p>
              <a:pPr algn="ctr"/>
              <a:r>
                <a:rPr lang="en-US" altLang="zh-CN" sz="1700" dirty="0">
                  <a:latin typeface="Arial" panose="020B0604020202020204" pitchFamily="34" charset="0"/>
                  <a:cs typeface="Arial" panose="020B0604020202020204" pitchFamily="34" charset="0"/>
                </a:rPr>
                <a:t>PP</a:t>
              </a:r>
              <a:r>
                <a:rPr lang="zh-CN" altLang="en-US" sz="1700" dirty="0">
                  <a:latin typeface="Arial" panose="020B0604020202020204" pitchFamily="34" charset="0"/>
                  <a:cs typeface="Arial" panose="020B0604020202020204" pitchFamily="34" charset="0"/>
                </a:rPr>
                <a:t>造车</a:t>
              </a:r>
            </a:p>
          </p:txBody>
        </p:sp>
        <p:sp>
          <p:nvSpPr>
            <p:cNvPr id="122" name="文本框 121"/>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26W36</a:t>
              </a:r>
              <a:r>
                <a:rPr lang="zh-CN" altLang="en-US" sz="1700" dirty="0">
                  <a:latin typeface="Arial" panose="020B0604020202020204" pitchFamily="34" charset="0"/>
                  <a:cs typeface="Arial" panose="020B0604020202020204" pitchFamily="34" charset="0"/>
                </a:rPr>
                <a:t> </a:t>
              </a:r>
            </a:p>
          </p:txBody>
        </p:sp>
      </p:grpSp>
      <p:grpSp>
        <p:nvGrpSpPr>
          <p:cNvPr id="131" name="组合 130"/>
          <p:cNvGrpSpPr/>
          <p:nvPr/>
        </p:nvGrpSpPr>
        <p:grpSpPr>
          <a:xfrm>
            <a:off x="7049343" y="5214696"/>
            <a:ext cx="1348361" cy="1246003"/>
            <a:chOff x="2558604" y="5162550"/>
            <a:chExt cx="1348361" cy="1246003"/>
          </a:xfrm>
        </p:grpSpPr>
        <p:sp>
          <p:nvSpPr>
            <p:cNvPr id="132"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33" name="文本框 132"/>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TT</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34" name="文本框 133"/>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26W10</a:t>
              </a:r>
              <a:r>
                <a:rPr lang="zh-CN" altLang="en-US" sz="1700" dirty="0">
                  <a:latin typeface="Arial" panose="020B0604020202020204" pitchFamily="34" charset="0"/>
                  <a:cs typeface="Arial" panose="020B0604020202020204" pitchFamily="34" charset="0"/>
                </a:rPr>
                <a:t> </a:t>
              </a:r>
            </a:p>
          </p:txBody>
        </p:sp>
      </p:grpSp>
      <p:grpSp>
        <p:nvGrpSpPr>
          <p:cNvPr id="135" name="组合 134"/>
          <p:cNvGrpSpPr/>
          <p:nvPr/>
        </p:nvGrpSpPr>
        <p:grpSpPr>
          <a:xfrm>
            <a:off x="3612258" y="5162550"/>
            <a:ext cx="1348361" cy="1246003"/>
            <a:chOff x="2558604" y="5162550"/>
            <a:chExt cx="1348361" cy="1246003"/>
          </a:xfrm>
        </p:grpSpPr>
        <p:sp>
          <p:nvSpPr>
            <p:cNvPr id="136"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37" name="文本框 136"/>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VP2</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38" name="文本框 137"/>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25W50</a:t>
              </a:r>
              <a:r>
                <a:rPr lang="zh-CN" altLang="en-US" sz="1700" dirty="0">
                  <a:latin typeface="Arial" panose="020B0604020202020204" pitchFamily="34" charset="0"/>
                  <a:cs typeface="Arial" panose="020B0604020202020204" pitchFamily="34" charset="0"/>
                </a:rPr>
                <a:t> </a:t>
              </a:r>
            </a:p>
          </p:txBody>
        </p:sp>
      </p:grpSp>
      <p:grpSp>
        <p:nvGrpSpPr>
          <p:cNvPr id="139" name="组合 138"/>
          <p:cNvGrpSpPr/>
          <p:nvPr/>
        </p:nvGrpSpPr>
        <p:grpSpPr>
          <a:xfrm>
            <a:off x="16028406" y="5178059"/>
            <a:ext cx="1348361" cy="1246003"/>
            <a:chOff x="2558604" y="5162550"/>
            <a:chExt cx="1348361" cy="1246003"/>
          </a:xfrm>
        </p:grpSpPr>
        <p:sp>
          <p:nvSpPr>
            <p:cNvPr id="140"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41" name="文本框 140"/>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PP</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42" name="文本框 141"/>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26W34</a:t>
              </a:r>
              <a:r>
                <a:rPr lang="zh-CN" altLang="en-US" sz="1700" dirty="0">
                  <a:latin typeface="Arial" panose="020B0604020202020204" pitchFamily="34" charset="0"/>
                  <a:cs typeface="Arial" panose="020B0604020202020204" pitchFamily="34" charset="0"/>
                </a:rPr>
                <a:t> </a:t>
              </a:r>
            </a:p>
          </p:txBody>
        </p:sp>
      </p:grpSp>
      <p:grpSp>
        <p:nvGrpSpPr>
          <p:cNvPr id="143" name="组合 142"/>
          <p:cNvGrpSpPr/>
          <p:nvPr/>
        </p:nvGrpSpPr>
        <p:grpSpPr>
          <a:xfrm>
            <a:off x="19638144" y="5162550"/>
            <a:ext cx="1348361" cy="1246003"/>
            <a:chOff x="2558604" y="5162550"/>
            <a:chExt cx="1348361" cy="1246003"/>
          </a:xfrm>
        </p:grpSpPr>
        <p:sp>
          <p:nvSpPr>
            <p:cNvPr id="144"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145" name="文本框 144"/>
            <p:cNvSpPr txBox="1"/>
            <p:nvPr/>
          </p:nvSpPr>
          <p:spPr>
            <a:xfrm>
              <a:off x="2558604" y="6071719"/>
              <a:ext cx="1158705" cy="336834"/>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J1</a:t>
              </a:r>
              <a:r>
                <a:rPr lang="zh-CN" altLang="en-US" sz="1700" dirty="0">
                  <a:latin typeface="Arial" panose="020B0604020202020204" pitchFamily="34" charset="0"/>
                  <a:cs typeface="Arial" panose="020B0604020202020204" pitchFamily="34" charset="0"/>
                </a:rPr>
                <a:t>-</a:t>
              </a:r>
              <a:r>
                <a:rPr lang="en-US" altLang="zh-CN" sz="1700" dirty="0">
                  <a:latin typeface="Arial" panose="020B0604020202020204" pitchFamily="34" charset="0"/>
                  <a:cs typeface="Arial" panose="020B0604020202020204" pitchFamily="34" charset="0"/>
                </a:rPr>
                <a:t>CRB</a:t>
              </a:r>
              <a:endParaRPr lang="zh-CN" altLang="en-US" sz="1700" dirty="0">
                <a:latin typeface="Arial" panose="020B0604020202020204" pitchFamily="34" charset="0"/>
                <a:cs typeface="Arial" panose="020B0604020202020204" pitchFamily="34" charset="0"/>
              </a:endParaRPr>
            </a:p>
          </p:txBody>
        </p:sp>
        <p:sp>
          <p:nvSpPr>
            <p:cNvPr id="146" name="文本框 145"/>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26W43</a:t>
              </a:r>
              <a:r>
                <a:rPr lang="zh-CN" altLang="en-US" sz="1700" dirty="0">
                  <a:latin typeface="Arial" panose="020B0604020202020204" pitchFamily="34" charset="0"/>
                  <a:cs typeface="Arial" panose="020B0604020202020204" pitchFamily="34" charset="0"/>
                </a:rPr>
                <a:t> </a:t>
              </a:r>
            </a:p>
          </p:txBody>
        </p:sp>
      </p:grpSp>
      <p:sp>
        <p:nvSpPr>
          <p:cNvPr id="8" name="矩形 33"/>
          <p:cNvSpPr/>
          <p:nvPr/>
        </p:nvSpPr>
        <p:spPr>
          <a:xfrm>
            <a:off x="248300" y="7821356"/>
            <a:ext cx="1760784" cy="80608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457200" rtl="0" eaLnBrk="0" fontAlgn="base" latinLnBrk="0" hangingPunct="1">
              <a:lnSpc>
                <a:spcPct val="100000"/>
              </a:lnSpc>
              <a:spcBef>
                <a:spcPct val="0"/>
              </a:spcBef>
              <a:spcAft>
                <a:spcPct val="0"/>
              </a:spcAft>
              <a:buClrTx/>
              <a:buSzTx/>
              <a:buFontTx/>
              <a:buNone/>
            </a:pPr>
            <a:r>
              <a:rPr kumimoji="1" lang="en-US" altLang="zh-CN" sz="2700" b="1" dirty="0">
                <a:solidFill>
                  <a:schemeClr val="tx1"/>
                </a:solidFill>
              </a:rPr>
              <a:t>CarPlay</a:t>
            </a:r>
            <a:r>
              <a:rPr kumimoji="1" lang="zh-CN" altLang="en-US" sz="2700" b="1" dirty="0">
                <a:solidFill>
                  <a:schemeClr val="tx1"/>
                </a:solidFill>
              </a:rPr>
              <a:t>节点</a:t>
            </a:r>
          </a:p>
        </p:txBody>
      </p:sp>
      <p:cxnSp>
        <p:nvCxnSpPr>
          <p:cNvPr id="9" name="直接连接符 2"/>
          <p:cNvCxnSpPr/>
          <p:nvPr/>
        </p:nvCxnSpPr>
        <p:spPr>
          <a:xfrm>
            <a:off x="2283997" y="8291950"/>
            <a:ext cx="21373857"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8" name="组合 90"/>
          <p:cNvGrpSpPr/>
          <p:nvPr/>
        </p:nvGrpSpPr>
        <p:grpSpPr>
          <a:xfrm>
            <a:off x="6075269" y="7624439"/>
            <a:ext cx="1348361" cy="1246003"/>
            <a:chOff x="2558604" y="5162550"/>
            <a:chExt cx="1348361" cy="1246003"/>
          </a:xfrm>
        </p:grpSpPr>
        <p:sp>
          <p:nvSpPr>
            <p:cNvPr id="19"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20" name="文本框 92"/>
            <p:cNvSpPr txBox="1"/>
            <p:nvPr/>
          </p:nvSpPr>
          <p:spPr>
            <a:xfrm>
              <a:off x="2558604" y="6071719"/>
              <a:ext cx="1158705" cy="336834"/>
            </a:xfrm>
            <a:prstGeom prst="rect">
              <a:avLst/>
            </a:prstGeom>
          </p:spPr>
          <p:txBody>
            <a:bodyPr wrap="square" rtlCol="0">
              <a:noAutofit/>
            </a:bodyPr>
            <a:lstStyle/>
            <a:p>
              <a:pPr algn="l"/>
              <a:r>
                <a:rPr lang="zh-CN" altLang="en-US" sz="1700" dirty="0">
                  <a:solidFill>
                    <a:schemeClr val="tx1"/>
                  </a:solidFill>
                </a:rPr>
                <a:t>惯导标定完成，启动</a:t>
              </a:r>
              <a:r>
                <a:rPr lang="zh-CN" altLang="en-US" sz="1700" dirty="0"/>
                <a:t>与</a:t>
              </a:r>
              <a:r>
                <a:rPr lang="zh-CN" altLang="en-US" sz="1700" dirty="0">
                  <a:solidFill>
                    <a:schemeClr val="tx1"/>
                  </a:solidFill>
                </a:rPr>
                <a:t>惯导联调</a:t>
              </a:r>
            </a:p>
          </p:txBody>
        </p:sp>
        <p:sp>
          <p:nvSpPr>
            <p:cNvPr id="21" name="文本框 93"/>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26W8</a:t>
              </a:r>
              <a:r>
                <a:rPr lang="zh-CN" altLang="en-US" sz="1700" dirty="0">
                  <a:latin typeface="Arial" panose="020B0604020202020204" pitchFamily="34" charset="0"/>
                  <a:cs typeface="Arial" panose="020B0604020202020204" pitchFamily="34" charset="0"/>
                </a:rPr>
                <a:t> </a:t>
              </a:r>
            </a:p>
          </p:txBody>
        </p:sp>
      </p:grpSp>
      <p:grpSp>
        <p:nvGrpSpPr>
          <p:cNvPr id="22" name="组合 94"/>
          <p:cNvGrpSpPr/>
          <p:nvPr/>
        </p:nvGrpSpPr>
        <p:grpSpPr>
          <a:xfrm>
            <a:off x="9716604" y="7599384"/>
            <a:ext cx="1348431" cy="1250026"/>
            <a:chOff x="2558604" y="5162550"/>
            <a:chExt cx="1348431" cy="1250026"/>
          </a:xfrm>
        </p:grpSpPr>
        <p:sp>
          <p:nvSpPr>
            <p:cNvPr id="23" name="流程图: 决策 5"/>
            <p:cNvSpPr/>
            <p:nvPr/>
          </p:nvSpPr>
          <p:spPr>
            <a:xfrm>
              <a:off x="293915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24" name="文本框 96"/>
            <p:cNvSpPr txBox="1"/>
            <p:nvPr/>
          </p:nvSpPr>
          <p:spPr>
            <a:xfrm>
              <a:off x="2558604" y="6071719"/>
              <a:ext cx="1348431" cy="340857"/>
            </a:xfrm>
            <a:prstGeom prst="rect">
              <a:avLst/>
            </a:prstGeom>
          </p:spPr>
          <p:txBody>
            <a:bodyPr wrap="square" rtlCol="0">
              <a:noAutofit/>
            </a:bodyPr>
            <a:lstStyle/>
            <a:p>
              <a:pPr algn="l"/>
              <a:r>
                <a:rPr lang="zh-CN" altLang="en-US" sz="1700" dirty="0">
                  <a:solidFill>
                    <a:schemeClr val="tx1"/>
                  </a:solidFill>
                  <a:latin typeface="Arial" panose="020B0604020202020204" pitchFamily="34" charset="0"/>
                  <a:cs typeface="Arial" panose="020B0604020202020204" pitchFamily="34" charset="0"/>
                </a:rPr>
                <a:t>自测报告上传</a:t>
              </a:r>
              <a:r>
                <a:rPr lang="en-US" altLang="zh-CN" sz="1700" dirty="0">
                  <a:solidFill>
                    <a:schemeClr val="tx1"/>
                  </a:solidFill>
                  <a:latin typeface="Arial" panose="020B0604020202020204" pitchFamily="34" charset="0"/>
                  <a:cs typeface="Arial" panose="020B0604020202020204" pitchFamily="34" charset="0"/>
                </a:rPr>
                <a:t>Apple</a:t>
              </a:r>
            </a:p>
          </p:txBody>
        </p:sp>
        <p:sp>
          <p:nvSpPr>
            <p:cNvPr id="25" name="文本框 97"/>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26W16</a:t>
              </a:r>
              <a:r>
                <a:rPr lang="zh-CN" altLang="en-US" sz="1700" dirty="0">
                  <a:latin typeface="Arial" panose="020B0604020202020204" pitchFamily="34" charset="0"/>
                  <a:cs typeface="Arial" panose="020B0604020202020204" pitchFamily="34" charset="0"/>
                </a:rPr>
                <a:t> </a:t>
              </a:r>
            </a:p>
          </p:txBody>
        </p:sp>
      </p:grpSp>
      <p:grpSp>
        <p:nvGrpSpPr>
          <p:cNvPr id="26" name="组合 98"/>
          <p:cNvGrpSpPr/>
          <p:nvPr/>
        </p:nvGrpSpPr>
        <p:grpSpPr>
          <a:xfrm>
            <a:off x="13997678" y="7601395"/>
            <a:ext cx="1348361" cy="1246003"/>
            <a:chOff x="2558604" y="5162550"/>
            <a:chExt cx="1348361" cy="1246003"/>
          </a:xfrm>
        </p:grpSpPr>
        <p:sp>
          <p:nvSpPr>
            <p:cNvPr id="27"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28" name="文本框 100"/>
            <p:cNvSpPr txBox="1"/>
            <p:nvPr/>
          </p:nvSpPr>
          <p:spPr>
            <a:xfrm>
              <a:off x="2558604" y="6071719"/>
              <a:ext cx="1158705" cy="336834"/>
            </a:xfrm>
            <a:prstGeom prst="rect">
              <a:avLst/>
            </a:prstGeom>
          </p:spPr>
          <p:txBody>
            <a:bodyPr wrap="square" rtlCol="0">
              <a:noAutofit/>
            </a:bodyPr>
            <a:lstStyle/>
            <a:p>
              <a:pPr algn="l"/>
              <a:r>
                <a:rPr lang="zh-CN" altLang="en-US" sz="1700" dirty="0">
                  <a:solidFill>
                    <a:schemeClr val="tx1"/>
                  </a:solidFill>
                </a:rPr>
                <a:t>认证完成</a:t>
              </a:r>
            </a:p>
          </p:txBody>
        </p:sp>
        <p:sp>
          <p:nvSpPr>
            <p:cNvPr id="29" name="文本框 101"/>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26W27</a:t>
              </a:r>
              <a:r>
                <a:rPr lang="zh-CN" altLang="en-US" sz="1700" dirty="0">
                  <a:latin typeface="Arial" panose="020B0604020202020204" pitchFamily="34" charset="0"/>
                  <a:cs typeface="Arial" panose="020B0604020202020204" pitchFamily="34" charset="0"/>
                </a:rPr>
                <a:t> </a:t>
              </a:r>
            </a:p>
          </p:txBody>
        </p:sp>
      </p:grpSp>
      <p:grpSp>
        <p:nvGrpSpPr>
          <p:cNvPr id="31" name="组合 130"/>
          <p:cNvGrpSpPr/>
          <p:nvPr/>
        </p:nvGrpSpPr>
        <p:grpSpPr>
          <a:xfrm>
            <a:off x="7547903" y="7601395"/>
            <a:ext cx="1348361" cy="1246003"/>
            <a:chOff x="2558604" y="5162550"/>
            <a:chExt cx="1348361" cy="1246003"/>
          </a:xfrm>
        </p:grpSpPr>
        <p:sp>
          <p:nvSpPr>
            <p:cNvPr id="32"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33" name="文本框 132"/>
            <p:cNvSpPr txBox="1"/>
            <p:nvPr/>
          </p:nvSpPr>
          <p:spPr>
            <a:xfrm>
              <a:off x="2558604" y="6071719"/>
              <a:ext cx="1158705" cy="336834"/>
            </a:xfrm>
            <a:prstGeom prst="rect">
              <a:avLst/>
            </a:prstGeom>
          </p:spPr>
          <p:txBody>
            <a:bodyPr wrap="square" rtlCol="0">
              <a:noAutofit/>
            </a:bodyPr>
            <a:lstStyle/>
            <a:p>
              <a:pPr algn="l"/>
              <a:r>
                <a:rPr lang="en-US" altLang="zh-CN" sz="1700" dirty="0">
                  <a:solidFill>
                    <a:schemeClr val="tx1"/>
                  </a:solidFill>
                </a:rPr>
                <a:t>CarPlay</a:t>
              </a:r>
              <a:r>
                <a:rPr lang="zh-CN" altLang="en-US" sz="1700" dirty="0">
                  <a:solidFill>
                    <a:schemeClr val="tx1"/>
                  </a:solidFill>
                </a:rPr>
                <a:t>全功能</a:t>
              </a:r>
            </a:p>
          </p:txBody>
        </p:sp>
        <p:sp>
          <p:nvSpPr>
            <p:cNvPr id="34" name="文本框 133"/>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26W10</a:t>
              </a:r>
              <a:r>
                <a:rPr lang="zh-CN" altLang="en-US" sz="1700" dirty="0">
                  <a:latin typeface="Arial" panose="020B0604020202020204" pitchFamily="34" charset="0"/>
                  <a:cs typeface="Arial" panose="020B0604020202020204" pitchFamily="34" charset="0"/>
                </a:rPr>
                <a:t> </a:t>
              </a:r>
            </a:p>
          </p:txBody>
        </p:sp>
      </p:grpSp>
      <p:grpSp>
        <p:nvGrpSpPr>
          <p:cNvPr id="39" name="组合 138"/>
          <p:cNvGrpSpPr/>
          <p:nvPr/>
        </p:nvGrpSpPr>
        <p:grpSpPr>
          <a:xfrm>
            <a:off x="11511912" y="7691651"/>
            <a:ext cx="1348361" cy="1246003"/>
            <a:chOff x="2558604" y="5162550"/>
            <a:chExt cx="1348361" cy="1246003"/>
          </a:xfrm>
        </p:grpSpPr>
        <p:sp>
          <p:nvSpPr>
            <p:cNvPr id="40"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41" name="文本框 140"/>
            <p:cNvSpPr txBox="1"/>
            <p:nvPr/>
          </p:nvSpPr>
          <p:spPr>
            <a:xfrm>
              <a:off x="2558604" y="6071719"/>
              <a:ext cx="1158705" cy="336834"/>
            </a:xfrm>
            <a:prstGeom prst="rect">
              <a:avLst/>
            </a:prstGeom>
          </p:spPr>
          <p:txBody>
            <a:bodyPr wrap="square" rtlCol="0">
              <a:noAutofit/>
            </a:bodyPr>
            <a:lstStyle/>
            <a:p>
              <a:pPr algn="l"/>
              <a:r>
                <a:rPr lang="zh-CN" altLang="en-US" sz="1700" dirty="0">
                  <a:solidFill>
                    <a:schemeClr val="tx1"/>
                  </a:solidFill>
                  <a:latin typeface="Arial" panose="020B0604020202020204" pitchFamily="34" charset="0"/>
                  <a:cs typeface="Arial" panose="020B0604020202020204" pitchFamily="34" charset="0"/>
                </a:rPr>
                <a:t>实验室摸底完成</a:t>
              </a:r>
            </a:p>
          </p:txBody>
        </p:sp>
        <p:sp>
          <p:nvSpPr>
            <p:cNvPr id="42" name="文本框 141"/>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26W21</a:t>
              </a:r>
              <a:r>
                <a:rPr lang="zh-CN" altLang="en-US" sz="1700" dirty="0">
                  <a:latin typeface="Arial" panose="020B0604020202020204" pitchFamily="34" charset="0"/>
                  <a:cs typeface="Arial" panose="020B0604020202020204" pitchFamily="34" charset="0"/>
                </a:rPr>
                <a:t> </a:t>
              </a:r>
            </a:p>
          </p:txBody>
        </p:sp>
      </p:grpSp>
      <p:grpSp>
        <p:nvGrpSpPr>
          <p:cNvPr id="43" name="组合 142"/>
          <p:cNvGrpSpPr/>
          <p:nvPr/>
        </p:nvGrpSpPr>
        <p:grpSpPr>
          <a:xfrm>
            <a:off x="16328497" y="7691621"/>
            <a:ext cx="1348361" cy="1246003"/>
            <a:chOff x="2558604" y="5162550"/>
            <a:chExt cx="1348361" cy="1246003"/>
          </a:xfrm>
        </p:grpSpPr>
        <p:sp>
          <p:nvSpPr>
            <p:cNvPr id="44"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45" name="文本框 144"/>
            <p:cNvSpPr txBox="1"/>
            <p:nvPr/>
          </p:nvSpPr>
          <p:spPr>
            <a:xfrm>
              <a:off x="2558604" y="6071719"/>
              <a:ext cx="1158705" cy="336834"/>
            </a:xfrm>
            <a:prstGeom prst="rect">
              <a:avLst/>
            </a:prstGeom>
          </p:spPr>
          <p:txBody>
            <a:bodyPr wrap="square" rtlCol="0">
              <a:noAutofit/>
            </a:bodyPr>
            <a:lstStyle/>
            <a:p>
              <a:pPr algn="l"/>
              <a:r>
                <a:rPr lang="zh-CN" altLang="en-US"/>
                <a:t>达到量产状态</a:t>
              </a:r>
            </a:p>
          </p:txBody>
        </p:sp>
        <p:sp>
          <p:nvSpPr>
            <p:cNvPr id="46" name="文本框 145"/>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26W33</a:t>
              </a:r>
              <a:r>
                <a:rPr lang="zh-CN" altLang="en-US" sz="1700" dirty="0">
                  <a:latin typeface="Arial" panose="020B0604020202020204" pitchFamily="34" charset="0"/>
                  <a:cs typeface="Arial" panose="020B0604020202020204" pitchFamily="34" charset="0"/>
                </a:rPr>
                <a:t> </a:t>
              </a:r>
            </a:p>
          </p:txBody>
        </p:sp>
      </p:grpSp>
      <p:cxnSp>
        <p:nvCxnSpPr>
          <p:cNvPr id="47" name="直接连接符 2"/>
          <p:cNvCxnSpPr/>
          <p:nvPr/>
        </p:nvCxnSpPr>
        <p:spPr>
          <a:xfrm>
            <a:off x="2329661" y="10829359"/>
            <a:ext cx="21373857"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49" name="组合 90"/>
          <p:cNvGrpSpPr/>
          <p:nvPr/>
        </p:nvGrpSpPr>
        <p:grpSpPr>
          <a:xfrm>
            <a:off x="2659275" y="10177485"/>
            <a:ext cx="1348361" cy="1246003"/>
            <a:chOff x="2558604" y="5162550"/>
            <a:chExt cx="1348361" cy="1246003"/>
          </a:xfrm>
        </p:grpSpPr>
        <p:sp>
          <p:nvSpPr>
            <p:cNvPr id="50"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51" name="文本框 92"/>
            <p:cNvSpPr txBox="1"/>
            <p:nvPr/>
          </p:nvSpPr>
          <p:spPr>
            <a:xfrm>
              <a:off x="2558604" y="6071719"/>
              <a:ext cx="1158705" cy="336834"/>
            </a:xfrm>
            <a:prstGeom prst="rect">
              <a:avLst/>
            </a:prstGeom>
          </p:spPr>
          <p:txBody>
            <a:bodyPr wrap="square" rtlCol="0">
              <a:noAutofit/>
            </a:bodyPr>
            <a:lstStyle/>
            <a:p>
              <a:pPr algn="l"/>
              <a:r>
                <a:rPr lang="en-US" altLang="zh-CN" sz="1700" dirty="0">
                  <a:solidFill>
                    <a:schemeClr val="tx1"/>
                  </a:solidFill>
                </a:rPr>
                <a:t>AA </a:t>
              </a:r>
              <a:r>
                <a:rPr lang="zh-CN" altLang="en-US" sz="1700" dirty="0">
                  <a:solidFill>
                    <a:schemeClr val="tx1"/>
                  </a:solidFill>
                </a:rPr>
                <a:t>初版</a:t>
              </a:r>
            </a:p>
          </p:txBody>
        </p:sp>
        <p:sp>
          <p:nvSpPr>
            <p:cNvPr id="54" name="文本框 93"/>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25W47</a:t>
              </a:r>
              <a:endParaRPr lang="zh-CN" altLang="en-US" sz="1700" dirty="0">
                <a:latin typeface="Arial" panose="020B0604020202020204" pitchFamily="34" charset="0"/>
                <a:cs typeface="Arial" panose="020B0604020202020204" pitchFamily="34" charset="0"/>
              </a:endParaRPr>
            </a:p>
          </p:txBody>
        </p:sp>
      </p:grpSp>
      <p:grpSp>
        <p:nvGrpSpPr>
          <p:cNvPr id="55" name="组合 94"/>
          <p:cNvGrpSpPr/>
          <p:nvPr/>
        </p:nvGrpSpPr>
        <p:grpSpPr>
          <a:xfrm>
            <a:off x="7721196" y="10204346"/>
            <a:ext cx="1348431" cy="1250026"/>
            <a:chOff x="2558604" y="5162550"/>
            <a:chExt cx="1348431" cy="1250026"/>
          </a:xfrm>
        </p:grpSpPr>
        <p:sp>
          <p:nvSpPr>
            <p:cNvPr id="56" name="流程图: 决策 5"/>
            <p:cNvSpPr/>
            <p:nvPr/>
          </p:nvSpPr>
          <p:spPr>
            <a:xfrm>
              <a:off x="293915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57" name="文本框 96"/>
            <p:cNvSpPr txBox="1"/>
            <p:nvPr/>
          </p:nvSpPr>
          <p:spPr>
            <a:xfrm>
              <a:off x="2558604" y="6071719"/>
              <a:ext cx="1348431" cy="340857"/>
            </a:xfrm>
            <a:prstGeom prst="rect">
              <a:avLst/>
            </a:prstGeom>
          </p:spPr>
          <p:txBody>
            <a:bodyPr wrap="square" rtlCol="0">
              <a:noAutofit/>
            </a:bodyPr>
            <a:lstStyle/>
            <a:p>
              <a:pPr algn="l"/>
              <a:r>
                <a:rPr lang="zh-CN" altLang="en-US" sz="1700" dirty="0">
                  <a:solidFill>
                    <a:schemeClr val="tx1"/>
                  </a:solidFill>
                  <a:latin typeface="Arial" panose="020B0604020202020204" pitchFamily="34" charset="0"/>
                  <a:cs typeface="Arial" panose="020B0604020202020204" pitchFamily="34" charset="0"/>
                </a:rPr>
                <a:t>自测报告上传</a:t>
              </a:r>
              <a:r>
                <a:rPr lang="en-US" altLang="zh-CN" sz="1700" dirty="0">
                  <a:latin typeface="Arial" panose="020B0604020202020204" pitchFamily="34" charset="0"/>
                  <a:cs typeface="Arial" panose="020B0604020202020204" pitchFamily="34" charset="0"/>
                </a:rPr>
                <a:t>Google</a:t>
              </a:r>
              <a:endParaRPr lang="en-US" altLang="zh-CN" sz="1700" dirty="0">
                <a:solidFill>
                  <a:schemeClr val="tx1"/>
                </a:solidFill>
                <a:latin typeface="Arial" panose="020B0604020202020204" pitchFamily="34" charset="0"/>
                <a:cs typeface="Arial" panose="020B0604020202020204" pitchFamily="34" charset="0"/>
              </a:endParaRPr>
            </a:p>
          </p:txBody>
        </p:sp>
        <p:sp>
          <p:nvSpPr>
            <p:cNvPr id="58" name="文本框 97"/>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26W11</a:t>
              </a:r>
              <a:r>
                <a:rPr lang="zh-CN" altLang="en-US" sz="1700" dirty="0">
                  <a:latin typeface="Arial" panose="020B0604020202020204" pitchFamily="34" charset="0"/>
                  <a:cs typeface="Arial" panose="020B0604020202020204" pitchFamily="34" charset="0"/>
                </a:rPr>
                <a:t> </a:t>
              </a:r>
            </a:p>
          </p:txBody>
        </p:sp>
      </p:grpSp>
      <p:grpSp>
        <p:nvGrpSpPr>
          <p:cNvPr id="59" name="组合 98"/>
          <p:cNvGrpSpPr/>
          <p:nvPr/>
        </p:nvGrpSpPr>
        <p:grpSpPr>
          <a:xfrm>
            <a:off x="15398613" y="10206357"/>
            <a:ext cx="1348361" cy="1246003"/>
            <a:chOff x="2558604" y="5162550"/>
            <a:chExt cx="1348361" cy="1246003"/>
          </a:xfrm>
        </p:grpSpPr>
        <p:sp>
          <p:nvSpPr>
            <p:cNvPr id="60"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62" name="文本框 100"/>
            <p:cNvSpPr txBox="1"/>
            <p:nvPr/>
          </p:nvSpPr>
          <p:spPr>
            <a:xfrm>
              <a:off x="2558604" y="6071719"/>
              <a:ext cx="1158705" cy="336834"/>
            </a:xfrm>
            <a:prstGeom prst="rect">
              <a:avLst/>
            </a:prstGeom>
          </p:spPr>
          <p:txBody>
            <a:bodyPr wrap="square" rtlCol="0">
              <a:noAutofit/>
            </a:bodyPr>
            <a:lstStyle/>
            <a:p>
              <a:pPr algn="l"/>
              <a:r>
                <a:rPr lang="zh-CN" altLang="en-US" sz="1700" dirty="0">
                  <a:solidFill>
                    <a:schemeClr val="tx1"/>
                  </a:solidFill>
                </a:rPr>
                <a:t>实验室认证完成，台架邮寄</a:t>
              </a:r>
              <a:r>
                <a:rPr lang="en-US" altLang="zh-CN" sz="1700" dirty="0">
                  <a:solidFill>
                    <a:schemeClr val="tx1"/>
                  </a:solidFill>
                </a:rPr>
                <a:t>Google</a:t>
              </a:r>
              <a:endParaRPr lang="zh-CN" altLang="en-US" sz="1700" dirty="0">
                <a:solidFill>
                  <a:schemeClr val="tx1"/>
                </a:solidFill>
              </a:endParaRPr>
            </a:p>
          </p:txBody>
        </p:sp>
        <p:sp>
          <p:nvSpPr>
            <p:cNvPr id="63" name="文本框 101"/>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26W31</a:t>
              </a:r>
              <a:r>
                <a:rPr lang="zh-CN" altLang="en-US" sz="1700" dirty="0">
                  <a:latin typeface="Arial" panose="020B0604020202020204" pitchFamily="34" charset="0"/>
                  <a:cs typeface="Arial" panose="020B0604020202020204" pitchFamily="34" charset="0"/>
                </a:rPr>
                <a:t> </a:t>
              </a:r>
            </a:p>
          </p:txBody>
        </p:sp>
      </p:grpSp>
      <p:grpSp>
        <p:nvGrpSpPr>
          <p:cNvPr id="64" name="组合 130"/>
          <p:cNvGrpSpPr/>
          <p:nvPr/>
        </p:nvGrpSpPr>
        <p:grpSpPr>
          <a:xfrm>
            <a:off x="5323895" y="10177485"/>
            <a:ext cx="1348361" cy="1246003"/>
            <a:chOff x="2558604" y="5162550"/>
            <a:chExt cx="1348361" cy="1246003"/>
          </a:xfrm>
        </p:grpSpPr>
        <p:sp>
          <p:nvSpPr>
            <p:cNvPr id="65"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67" name="文本框 132"/>
            <p:cNvSpPr txBox="1"/>
            <p:nvPr/>
          </p:nvSpPr>
          <p:spPr>
            <a:xfrm>
              <a:off x="2558604" y="6071719"/>
              <a:ext cx="1158705" cy="336834"/>
            </a:xfrm>
            <a:prstGeom prst="rect">
              <a:avLst/>
            </a:prstGeom>
          </p:spPr>
          <p:txBody>
            <a:bodyPr wrap="square" rtlCol="0">
              <a:noAutofit/>
            </a:bodyPr>
            <a:lstStyle/>
            <a:p>
              <a:pPr algn="l"/>
              <a:r>
                <a:rPr lang="en-US" altLang="zh-CN" sz="1700" dirty="0">
                  <a:solidFill>
                    <a:schemeClr val="tx1"/>
                  </a:solidFill>
                </a:rPr>
                <a:t>AA</a:t>
              </a:r>
              <a:r>
                <a:rPr lang="zh-CN" altLang="en-US" sz="1700" dirty="0">
                  <a:solidFill>
                    <a:schemeClr val="tx1"/>
                  </a:solidFill>
                </a:rPr>
                <a:t>全功能</a:t>
              </a:r>
            </a:p>
          </p:txBody>
        </p:sp>
        <p:sp>
          <p:nvSpPr>
            <p:cNvPr id="68" name="文本框 133"/>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26W5</a:t>
              </a:r>
              <a:r>
                <a:rPr lang="zh-CN" altLang="en-US" sz="1700" dirty="0">
                  <a:latin typeface="Arial" panose="020B0604020202020204" pitchFamily="34" charset="0"/>
                  <a:cs typeface="Arial" panose="020B0604020202020204" pitchFamily="34" charset="0"/>
                </a:rPr>
                <a:t> </a:t>
              </a:r>
            </a:p>
          </p:txBody>
        </p:sp>
      </p:grpSp>
      <p:grpSp>
        <p:nvGrpSpPr>
          <p:cNvPr id="69" name="组合 138"/>
          <p:cNvGrpSpPr/>
          <p:nvPr/>
        </p:nvGrpSpPr>
        <p:grpSpPr>
          <a:xfrm>
            <a:off x="13618297" y="10177485"/>
            <a:ext cx="1348361" cy="1246003"/>
            <a:chOff x="2558604" y="5162550"/>
            <a:chExt cx="1348361" cy="1246003"/>
          </a:xfrm>
        </p:grpSpPr>
        <p:sp>
          <p:nvSpPr>
            <p:cNvPr id="70"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71" name="文本框 140"/>
            <p:cNvSpPr txBox="1"/>
            <p:nvPr/>
          </p:nvSpPr>
          <p:spPr>
            <a:xfrm>
              <a:off x="2558604" y="6071719"/>
              <a:ext cx="1158705" cy="336834"/>
            </a:xfrm>
            <a:prstGeom prst="rect">
              <a:avLst/>
            </a:prstGeom>
          </p:spPr>
          <p:txBody>
            <a:bodyPr wrap="square" rtlCol="0">
              <a:noAutofit/>
            </a:bodyPr>
            <a:lstStyle/>
            <a:p>
              <a:r>
                <a:rPr lang="en-US" altLang="zh-CN" sz="1600" dirty="0"/>
                <a:t>Google Greenlight</a:t>
              </a:r>
              <a:r>
                <a:rPr lang="zh-CN" altLang="en-US" sz="1600" dirty="0"/>
                <a:t>审核完成</a:t>
              </a:r>
            </a:p>
          </p:txBody>
        </p:sp>
        <p:sp>
          <p:nvSpPr>
            <p:cNvPr id="72" name="文本框 141"/>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26W27</a:t>
              </a:r>
              <a:r>
                <a:rPr lang="zh-CN" altLang="en-US" sz="1700" dirty="0">
                  <a:latin typeface="Arial" panose="020B0604020202020204" pitchFamily="34" charset="0"/>
                  <a:cs typeface="Arial" panose="020B0604020202020204" pitchFamily="34" charset="0"/>
                </a:rPr>
                <a:t> </a:t>
              </a:r>
            </a:p>
          </p:txBody>
        </p:sp>
      </p:grpSp>
      <p:grpSp>
        <p:nvGrpSpPr>
          <p:cNvPr id="73" name="组合 142"/>
          <p:cNvGrpSpPr/>
          <p:nvPr/>
        </p:nvGrpSpPr>
        <p:grpSpPr>
          <a:xfrm>
            <a:off x="17027303" y="10177485"/>
            <a:ext cx="1348361" cy="1246003"/>
            <a:chOff x="2558604" y="5162550"/>
            <a:chExt cx="1348361" cy="1246003"/>
          </a:xfrm>
        </p:grpSpPr>
        <p:sp>
          <p:nvSpPr>
            <p:cNvPr id="74" name="流程图: 决策 5"/>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75" name="文本框 144"/>
            <p:cNvSpPr txBox="1"/>
            <p:nvPr/>
          </p:nvSpPr>
          <p:spPr>
            <a:xfrm>
              <a:off x="2558604" y="6071719"/>
              <a:ext cx="1158705" cy="336834"/>
            </a:xfrm>
            <a:prstGeom prst="rect">
              <a:avLst/>
            </a:prstGeom>
          </p:spPr>
          <p:txBody>
            <a:bodyPr wrap="square" rtlCol="0">
              <a:noAutofit/>
            </a:bodyPr>
            <a:lstStyle/>
            <a:p>
              <a:pPr algn="l"/>
              <a:r>
                <a:rPr lang="en-US" altLang="zh-CN" dirty="0"/>
                <a:t>Google</a:t>
              </a:r>
              <a:r>
                <a:rPr lang="zh-CN" altLang="en-US" dirty="0"/>
                <a:t>认证完成，获取证书</a:t>
              </a:r>
            </a:p>
          </p:txBody>
        </p:sp>
        <p:sp>
          <p:nvSpPr>
            <p:cNvPr id="76" name="文本框 145"/>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26W36</a:t>
              </a:r>
              <a:r>
                <a:rPr lang="zh-CN" altLang="en-US" sz="1700" dirty="0">
                  <a:latin typeface="Arial" panose="020B0604020202020204" pitchFamily="34" charset="0"/>
                  <a:cs typeface="Arial" panose="020B0604020202020204" pitchFamily="34" charset="0"/>
                </a:rPr>
                <a:t> </a:t>
              </a:r>
            </a:p>
          </p:txBody>
        </p:sp>
      </p:grpSp>
      <p:sp>
        <p:nvSpPr>
          <p:cNvPr id="77" name="矩形 33"/>
          <p:cNvSpPr/>
          <p:nvPr/>
        </p:nvSpPr>
        <p:spPr>
          <a:xfrm>
            <a:off x="248179" y="10397446"/>
            <a:ext cx="1760784" cy="80608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457200" rtl="0" eaLnBrk="0" fontAlgn="base" latinLnBrk="0" hangingPunct="1">
              <a:lnSpc>
                <a:spcPct val="100000"/>
              </a:lnSpc>
              <a:spcBef>
                <a:spcPct val="0"/>
              </a:spcBef>
              <a:spcAft>
                <a:spcPct val="0"/>
              </a:spcAft>
              <a:buClrTx/>
              <a:buSzTx/>
              <a:buFontTx/>
              <a:buNone/>
            </a:pPr>
            <a:r>
              <a:rPr kumimoji="1" lang="en-US" altLang="zh-CN" sz="2700" b="1" dirty="0">
                <a:solidFill>
                  <a:schemeClr val="tx1"/>
                </a:solidFill>
              </a:rPr>
              <a:t>Android Auto</a:t>
            </a:r>
            <a:r>
              <a:rPr kumimoji="1" lang="zh-CN" altLang="en-US" sz="2700" b="1" dirty="0">
                <a:solidFill>
                  <a:schemeClr val="tx1"/>
                </a:solidFill>
              </a:rPr>
              <a:t>节点</a:t>
            </a:r>
          </a:p>
        </p:txBody>
      </p:sp>
      <p:grpSp>
        <p:nvGrpSpPr>
          <p:cNvPr id="16" name="组合 130">
            <a:extLst>
              <a:ext uri="{FF2B5EF4-FFF2-40B4-BE49-F238E27FC236}">
                <a16:creationId xmlns:a16="http://schemas.microsoft.com/office/drawing/2014/main" id="{903B63B7-B2CC-9E78-6EE0-F08031DE049A}"/>
              </a:ext>
            </a:extLst>
          </p:cNvPr>
          <p:cNvGrpSpPr/>
          <p:nvPr/>
        </p:nvGrpSpPr>
        <p:grpSpPr>
          <a:xfrm>
            <a:off x="2732803" y="7601395"/>
            <a:ext cx="1205018" cy="1346656"/>
            <a:chOff x="2701947" y="5162550"/>
            <a:chExt cx="1205018" cy="1346656"/>
          </a:xfrm>
        </p:grpSpPr>
        <p:sp>
          <p:nvSpPr>
            <p:cNvPr id="17" name="流程图: 决策 5">
              <a:extLst>
                <a:ext uri="{FF2B5EF4-FFF2-40B4-BE49-F238E27FC236}">
                  <a16:creationId xmlns:a16="http://schemas.microsoft.com/office/drawing/2014/main" id="{478BC2E6-79AB-7563-A5C1-04E2BF8AD8E9}"/>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35" name="文本框 132">
              <a:extLst>
                <a:ext uri="{FF2B5EF4-FFF2-40B4-BE49-F238E27FC236}">
                  <a16:creationId xmlns:a16="http://schemas.microsoft.com/office/drawing/2014/main" id="{5E706B2D-6899-F7DF-F180-264FCFC8E55C}"/>
                </a:ext>
              </a:extLst>
            </p:cNvPr>
            <p:cNvSpPr txBox="1"/>
            <p:nvPr/>
          </p:nvSpPr>
          <p:spPr>
            <a:xfrm>
              <a:off x="2728672" y="6068773"/>
              <a:ext cx="1119266" cy="440433"/>
            </a:xfrm>
            <a:prstGeom prst="rect">
              <a:avLst/>
            </a:prstGeom>
          </p:spPr>
          <p:txBody>
            <a:bodyPr wrap="square" rtlCol="0">
              <a:noAutofit/>
            </a:bodyPr>
            <a:lstStyle/>
            <a:p>
              <a:pPr algn="ctr"/>
              <a:r>
                <a:rPr lang="zh-CN" altLang="en-US" sz="1700" dirty="0">
                  <a:solidFill>
                    <a:schemeClr val="tx1"/>
                  </a:solidFill>
                </a:rPr>
                <a:t>初版</a:t>
              </a:r>
              <a:r>
                <a:rPr lang="en-US" altLang="zh-CN" sz="1700" dirty="0">
                  <a:solidFill>
                    <a:schemeClr val="tx1"/>
                  </a:solidFill>
                </a:rPr>
                <a:t>CarPlay</a:t>
              </a:r>
              <a:endParaRPr lang="zh-CN" altLang="en-US" sz="1700" dirty="0">
                <a:solidFill>
                  <a:schemeClr val="tx1"/>
                </a:solidFill>
              </a:endParaRPr>
            </a:p>
          </p:txBody>
        </p:sp>
        <p:sp>
          <p:nvSpPr>
            <p:cNvPr id="36" name="文本框 133">
              <a:extLst>
                <a:ext uri="{FF2B5EF4-FFF2-40B4-BE49-F238E27FC236}">
                  <a16:creationId xmlns:a16="http://schemas.microsoft.com/office/drawing/2014/main" id="{34AC8A9A-8DA5-B278-5DDF-17BBEBC9A35E}"/>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25W47</a:t>
              </a:r>
              <a:endParaRPr lang="zh-CN" altLang="en-US" sz="1700" dirty="0">
                <a:latin typeface="Arial" panose="020B0604020202020204" pitchFamily="34" charset="0"/>
                <a:cs typeface="Arial" panose="020B0604020202020204" pitchFamily="34" charset="0"/>
              </a:endParaRPr>
            </a:p>
          </p:txBody>
        </p:sp>
      </p:grpSp>
      <p:sp>
        <p:nvSpPr>
          <p:cNvPr id="37" name="文本框 36">
            <a:extLst>
              <a:ext uri="{FF2B5EF4-FFF2-40B4-BE49-F238E27FC236}">
                <a16:creationId xmlns:a16="http://schemas.microsoft.com/office/drawing/2014/main" id="{FE233B0B-3062-9806-CB6D-E7E86C1365F9}"/>
              </a:ext>
            </a:extLst>
          </p:cNvPr>
          <p:cNvSpPr txBox="1"/>
          <p:nvPr/>
        </p:nvSpPr>
        <p:spPr>
          <a:xfrm>
            <a:off x="2329661" y="11678896"/>
            <a:ext cx="2226010" cy="584775"/>
          </a:xfrm>
          <a:prstGeom prst="rect">
            <a:avLst/>
          </a:prstGeom>
          <a:ln w="12700" cmpd="sng">
            <a:solidFill>
              <a:srgbClr val="AEB5C0">
                <a:alpha val="100000"/>
              </a:srgbClr>
            </a:solidFill>
            <a:prstDash val="solid"/>
            <a:miter lim="800000"/>
          </a:ln>
        </p:spPr>
        <p:txBody>
          <a:bodyPr wrap="square" rtlCol="0">
            <a:spAutoFit/>
          </a:bodyPr>
          <a:lstStyle/>
          <a:p>
            <a:pPr algn="l"/>
            <a:r>
              <a:rPr lang="zh-CN" altLang="en-US" sz="1600" b="1" dirty="0">
                <a:solidFill>
                  <a:srgbClr val="FF0000"/>
                </a:solidFill>
                <a:latin typeface="Arial" panose="020B0604020202020204" pitchFamily="34" charset="0"/>
                <a:ea typeface="Arial" panose="020B0604020202020204" pitchFamily="34" charset="0"/>
                <a:cs typeface="Arial" panose="020B0604020202020204" pitchFamily="34" charset="0"/>
                <a:sym typeface="+mn-ea"/>
              </a:rPr>
              <a:t>依赖品牌具备</a:t>
            </a:r>
            <a:r>
              <a:rPr lang="en-US" altLang="zh-CN" sz="1600" b="1" dirty="0">
                <a:solidFill>
                  <a:srgbClr val="FF0000"/>
                </a:solidFill>
                <a:latin typeface="Arial" panose="020B0604020202020204" pitchFamily="34" charset="0"/>
                <a:ea typeface="Arial" panose="020B0604020202020204" pitchFamily="34" charset="0"/>
                <a:cs typeface="Arial" panose="020B0604020202020204" pitchFamily="34" charset="0"/>
                <a:sym typeface="+mn-ea"/>
              </a:rPr>
              <a:t>Google</a:t>
            </a:r>
            <a:r>
              <a:rPr lang="zh-CN" altLang="en-US" sz="1600" b="1" dirty="0">
                <a:solidFill>
                  <a:srgbClr val="FF0000"/>
                </a:solidFill>
                <a:latin typeface="Arial" panose="020B0604020202020204" pitchFamily="34" charset="0"/>
                <a:ea typeface="Arial" panose="020B0604020202020204" pitchFamily="34" charset="0"/>
                <a:cs typeface="Arial" panose="020B0604020202020204" pitchFamily="34" charset="0"/>
                <a:sym typeface="+mn-ea"/>
              </a:rPr>
              <a:t>账号的资格</a:t>
            </a:r>
            <a:endParaRPr lang="en-US" altLang="zh-CN" sz="1600" b="1" dirty="0">
              <a:solidFill>
                <a:srgbClr val="FF0000"/>
              </a:solidFill>
              <a:latin typeface="Arial" panose="020B0604020202020204" pitchFamily="34" charset="0"/>
              <a:ea typeface="Arial" panose="020B0604020202020204" pitchFamily="34" charset="0"/>
              <a:cs typeface="Arial" panose="020B0604020202020204" pitchFamily="34" charset="0"/>
              <a:sym typeface="+mn-ea"/>
            </a:endParaRPr>
          </a:p>
        </p:txBody>
      </p:sp>
      <p:grpSp>
        <p:nvGrpSpPr>
          <p:cNvPr id="38" name="组合 142">
            <a:extLst>
              <a:ext uri="{FF2B5EF4-FFF2-40B4-BE49-F238E27FC236}">
                <a16:creationId xmlns:a16="http://schemas.microsoft.com/office/drawing/2014/main" id="{FBE84E44-3EE6-8927-E103-5C3745050F82}"/>
              </a:ext>
            </a:extLst>
          </p:cNvPr>
          <p:cNvGrpSpPr/>
          <p:nvPr/>
        </p:nvGrpSpPr>
        <p:grpSpPr>
          <a:xfrm>
            <a:off x="18877875" y="10206357"/>
            <a:ext cx="1348361" cy="1246003"/>
            <a:chOff x="2558604" y="5162550"/>
            <a:chExt cx="1348361" cy="1246003"/>
          </a:xfrm>
        </p:grpSpPr>
        <p:sp>
          <p:nvSpPr>
            <p:cNvPr id="48" name="流程图: 决策 5">
              <a:extLst>
                <a:ext uri="{FF2B5EF4-FFF2-40B4-BE49-F238E27FC236}">
                  <a16:creationId xmlns:a16="http://schemas.microsoft.com/office/drawing/2014/main" id="{4945422D-3AAB-DCBF-22D2-A013DD9904E7}"/>
                </a:ext>
              </a:extLst>
            </p:cNvPr>
            <p:cNvSpPr/>
            <p:nvPr/>
          </p:nvSpPr>
          <p:spPr>
            <a:xfrm>
              <a:off x="2920599" y="5621141"/>
              <a:ext cx="360000" cy="360000"/>
            </a:xfrm>
            <a:prstGeom prst="ellipse">
              <a:avLst/>
            </a:prstGeom>
            <a:solidFill>
              <a:schemeClr val="bg1">
                <a:lumMod val="85000"/>
              </a:schemeClr>
            </a:solidFill>
            <a:ln>
              <a:solidFill>
                <a:srgbClr val="ADB2B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indent="0" algn="l" defTabSz="457200" rtl="0" eaLnBrk="0" fontAlgn="base" latinLnBrk="0" hangingPunct="1">
                <a:lnSpc>
                  <a:spcPct val="100000"/>
                </a:lnSpc>
                <a:spcBef>
                  <a:spcPct val="0"/>
                </a:spcBef>
                <a:spcAft>
                  <a:spcPct val="0"/>
                </a:spcAft>
                <a:buClrTx/>
                <a:buSzTx/>
                <a:buFontTx/>
                <a:buNone/>
              </a:pPr>
              <a:endParaRPr kumimoji="1" lang="zh-CN" altLang="en-US" sz="1600" b="0" i="0" u="none" strike="noStrike" kern="1200" cap="none" spc="0" normalizeH="0" baseline="0" noProof="0">
                <a:ln>
                  <a:noFill/>
                </a:ln>
                <a:solidFill>
                  <a:srgbClr val="333F48"/>
                </a:solidFill>
                <a:effectLst/>
                <a:uLnTx/>
                <a:uFillTx/>
                <a:latin typeface="微软雅黑" charset="0"/>
                <a:ea typeface="微软雅黑" charset="0"/>
                <a:cs typeface="+mn-cs"/>
                <a:sym typeface="+mn-ea"/>
              </a:endParaRPr>
            </a:p>
          </p:txBody>
        </p:sp>
        <p:sp>
          <p:nvSpPr>
            <p:cNvPr id="52" name="文本框 144">
              <a:extLst>
                <a:ext uri="{FF2B5EF4-FFF2-40B4-BE49-F238E27FC236}">
                  <a16:creationId xmlns:a16="http://schemas.microsoft.com/office/drawing/2014/main" id="{E7B3316D-B390-3969-9872-1B5CD56CDE32}"/>
                </a:ext>
              </a:extLst>
            </p:cNvPr>
            <p:cNvSpPr txBox="1"/>
            <p:nvPr/>
          </p:nvSpPr>
          <p:spPr>
            <a:xfrm>
              <a:off x="2558604" y="6071719"/>
              <a:ext cx="1158705" cy="336834"/>
            </a:xfrm>
            <a:prstGeom prst="rect">
              <a:avLst/>
            </a:prstGeom>
          </p:spPr>
          <p:txBody>
            <a:bodyPr wrap="square" rtlCol="0">
              <a:noAutofit/>
            </a:bodyPr>
            <a:lstStyle/>
            <a:p>
              <a:pPr algn="l"/>
              <a:r>
                <a:rPr lang="zh-CN" altLang="en-US" dirty="0"/>
                <a:t>达到量产状态</a:t>
              </a:r>
            </a:p>
          </p:txBody>
        </p:sp>
        <p:sp>
          <p:nvSpPr>
            <p:cNvPr id="53" name="文本框 145">
              <a:extLst>
                <a:ext uri="{FF2B5EF4-FFF2-40B4-BE49-F238E27FC236}">
                  <a16:creationId xmlns:a16="http://schemas.microsoft.com/office/drawing/2014/main" id="{72C9A844-B946-A907-2B52-1192E665FB16}"/>
                </a:ext>
              </a:extLst>
            </p:cNvPr>
            <p:cNvSpPr txBox="1"/>
            <p:nvPr/>
          </p:nvSpPr>
          <p:spPr>
            <a:xfrm>
              <a:off x="2701947" y="5162550"/>
              <a:ext cx="1205018" cy="349531"/>
            </a:xfrm>
            <a:prstGeom prst="rect">
              <a:avLst/>
            </a:prstGeom>
          </p:spPr>
          <p:txBody>
            <a:bodyPr wrap="square" rtlCol="0">
              <a:noAutofit/>
            </a:bodyPr>
            <a:lstStyle/>
            <a:p>
              <a:pPr algn="l"/>
              <a:r>
                <a:rPr lang="en-US" altLang="zh-CN" sz="1700" dirty="0">
                  <a:latin typeface="Arial" panose="020B0604020202020204" pitchFamily="34" charset="0"/>
                  <a:cs typeface="Arial" panose="020B0604020202020204" pitchFamily="34" charset="0"/>
                </a:rPr>
                <a:t>26W40</a:t>
              </a:r>
              <a:r>
                <a:rPr lang="zh-CN" altLang="en-US" sz="1700" dirty="0">
                  <a:latin typeface="Arial" panose="020B0604020202020204" pitchFamily="34" charset="0"/>
                  <a:cs typeface="Arial" panose="020B0604020202020204" pitchFamily="34" charset="0"/>
                </a:rPr>
                <a:t> </a:t>
              </a:r>
            </a:p>
          </p:txBody>
        </p:sp>
      </p:grpSp>
      <p:sp>
        <p:nvSpPr>
          <p:cNvPr id="5" name="文本框 4">
            <a:extLst>
              <a:ext uri="{FF2B5EF4-FFF2-40B4-BE49-F238E27FC236}">
                <a16:creationId xmlns:a16="http://schemas.microsoft.com/office/drawing/2014/main" id="{1B291449-0BB0-FC5C-817D-0CC1DC2FE0AD}"/>
              </a:ext>
            </a:extLst>
          </p:cNvPr>
          <p:cNvSpPr txBox="1"/>
          <p:nvPr/>
        </p:nvSpPr>
        <p:spPr>
          <a:xfrm>
            <a:off x="2283971" y="9090360"/>
            <a:ext cx="2402330" cy="646331"/>
          </a:xfrm>
          <a:prstGeom prst="rect">
            <a:avLst/>
          </a:prstGeom>
          <a:ln w="12700" cmpd="sng">
            <a:solidFill>
              <a:srgbClr val="AEB5C0">
                <a:alpha val="100000"/>
              </a:srgbClr>
            </a:solidFill>
            <a:prstDash val="solid"/>
            <a:miter lim="800000"/>
          </a:ln>
        </p:spPr>
        <p:txBody>
          <a:bodyPr wrap="square" rtlCol="0">
            <a:spAutoFit/>
          </a:bodyPr>
          <a:lstStyle/>
          <a:p>
            <a:r>
              <a:rPr lang="en-US" altLang="zh-CN" sz="1200" dirty="0" err="1"/>
              <a:t>Carplay</a:t>
            </a:r>
            <a:r>
              <a:rPr lang="en-US" altLang="zh-CN" sz="1200" dirty="0"/>
              <a:t> </a:t>
            </a:r>
            <a:r>
              <a:rPr lang="zh-CN" altLang="en-US" sz="1200" dirty="0"/>
              <a:t>认证方案和</a:t>
            </a:r>
            <a:r>
              <a:rPr lang="en-US" altLang="zh-CN" sz="1200" dirty="0"/>
              <a:t>DX11-EU</a:t>
            </a:r>
            <a:r>
              <a:rPr lang="zh-CN" altLang="en-US" sz="1200" dirty="0"/>
              <a:t>一致，以</a:t>
            </a:r>
            <a:r>
              <a:rPr lang="en-US" altLang="zh-CN" sz="1200" dirty="0"/>
              <a:t>ECARX</a:t>
            </a:r>
            <a:r>
              <a:rPr lang="zh-CN" altLang="en-US" sz="1200" dirty="0"/>
              <a:t>为主体认证，在</a:t>
            </a:r>
            <a:r>
              <a:rPr lang="en-US" altLang="zh-CN" sz="1200" dirty="0"/>
              <a:t>DX11-EU</a:t>
            </a:r>
            <a:r>
              <a:rPr lang="zh-CN" altLang="en-US" sz="1200" dirty="0"/>
              <a:t>基础上完成差异化认证；</a:t>
            </a:r>
            <a:endParaRPr lang="zh-CN" altLang="en-US" sz="1100" dirty="0">
              <a:effectLst/>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A751A-F8E3-9F7A-BC80-E83F7F80CF77}"/>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90F0DDB3-D070-FB38-D538-AC2E61DEAA04}"/>
              </a:ext>
            </a:extLst>
          </p:cNvPr>
          <p:cNvSpPr txBox="1"/>
          <p:nvPr/>
        </p:nvSpPr>
        <p:spPr>
          <a:xfrm>
            <a:off x="1671178" y="1169152"/>
            <a:ext cx="21029831" cy="1013790"/>
          </a:xfrm>
          <a:prstGeom prst="rect">
            <a:avLst/>
          </a:prstGeom>
        </p:spPr>
        <p:txBody>
          <a:bodyPr>
            <a:noAutofit/>
          </a:bodyPr>
          <a:lstStyle>
            <a:lvl1pPr algn="l" defTabSz="1828800" rtl="0" eaLnBrk="1" latinLnBrk="0" hangingPunct="1">
              <a:lnSpc>
                <a:spcPct val="100000"/>
              </a:lnSpc>
              <a:spcBef>
                <a:spcPct val="0"/>
              </a:spcBef>
              <a:buNone/>
              <a:defRPr sz="5400" kern="1200" spc="0" baseline="0">
                <a:solidFill>
                  <a:schemeClr val="tx1"/>
                </a:solidFill>
                <a:latin typeface="+mj-lt"/>
                <a:ea typeface="+mj-ea"/>
                <a:cs typeface="+mj-cs"/>
              </a:defRPr>
            </a:lvl1pPr>
          </a:lstStyle>
          <a:p>
            <a:r>
              <a:rPr lang="en-US" altLang="zh-CN" dirty="0"/>
              <a:t>5 </a:t>
            </a:r>
            <a:r>
              <a:rPr lang="zh-CN" altLang="en-US" dirty="0"/>
              <a:t>项目开发计划</a:t>
            </a:r>
            <a:r>
              <a:rPr lang="en-US" altLang="zh-CN" dirty="0"/>
              <a:t>——</a:t>
            </a:r>
            <a:r>
              <a:rPr lang="zh-CN" altLang="en-US" dirty="0"/>
              <a:t>认证</a:t>
            </a:r>
          </a:p>
        </p:txBody>
      </p:sp>
      <p:sp>
        <p:nvSpPr>
          <p:cNvPr id="81" name="EayslinkWatermark">
            <a:extLst>
              <a:ext uri="{FF2B5EF4-FFF2-40B4-BE49-F238E27FC236}">
                <a16:creationId xmlns:a16="http://schemas.microsoft.com/office/drawing/2014/main" id="{EA8E0037-DE30-6760-EAC2-7EAC8CAF9582}"/>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 name="图片 9">
            <a:extLst>
              <a:ext uri="{FF2B5EF4-FFF2-40B4-BE49-F238E27FC236}">
                <a16:creationId xmlns:a16="http://schemas.microsoft.com/office/drawing/2014/main" id="{DBD79547-5773-B526-4065-25450482969C}"/>
              </a:ext>
            </a:extLst>
          </p:cNvPr>
          <p:cNvPicPr>
            <a:picLocks noChangeAspect="1"/>
          </p:cNvPicPr>
          <p:nvPr/>
        </p:nvPicPr>
        <p:blipFill>
          <a:blip r:embed="rId3"/>
          <a:stretch>
            <a:fillRect/>
          </a:stretch>
        </p:blipFill>
        <p:spPr>
          <a:xfrm>
            <a:off x="1507958" y="2182942"/>
            <a:ext cx="19866142" cy="7974193"/>
          </a:xfrm>
          <a:prstGeom prst="rect">
            <a:avLst/>
          </a:prstGeom>
        </p:spPr>
      </p:pic>
    </p:spTree>
    <p:extLst>
      <p:ext uri="{BB962C8B-B14F-4D97-AF65-F5344CB8AC3E}">
        <p14:creationId xmlns:p14="http://schemas.microsoft.com/office/powerpoint/2010/main" val="75184011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88216-279C-DDB7-502B-2A9FAC0EECC8}"/>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31F88E1F-55AB-65A8-3D9B-2E996F3DA909}"/>
              </a:ext>
            </a:extLst>
          </p:cNvPr>
          <p:cNvSpPr txBox="1"/>
          <p:nvPr/>
        </p:nvSpPr>
        <p:spPr>
          <a:xfrm>
            <a:off x="1671178" y="1169152"/>
            <a:ext cx="21029831" cy="1013790"/>
          </a:xfrm>
          <a:prstGeom prst="rect">
            <a:avLst/>
          </a:prstGeom>
        </p:spPr>
        <p:txBody>
          <a:bodyPr>
            <a:noAutofit/>
          </a:bodyPr>
          <a:lstStyle>
            <a:lvl1pPr algn="l" defTabSz="1828800" rtl="0" eaLnBrk="1" latinLnBrk="0" hangingPunct="1">
              <a:lnSpc>
                <a:spcPct val="100000"/>
              </a:lnSpc>
              <a:spcBef>
                <a:spcPct val="0"/>
              </a:spcBef>
              <a:buNone/>
              <a:defRPr sz="5400" kern="1200" spc="0" baseline="0">
                <a:solidFill>
                  <a:schemeClr val="tx1"/>
                </a:solidFill>
                <a:latin typeface="+mj-lt"/>
                <a:ea typeface="+mj-ea"/>
                <a:cs typeface="+mj-cs"/>
              </a:defRPr>
            </a:lvl1pPr>
          </a:lstStyle>
          <a:p>
            <a:r>
              <a:rPr lang="en-US" altLang="zh-CN" dirty="0"/>
              <a:t>5 </a:t>
            </a:r>
            <a:r>
              <a:rPr lang="zh-CN" altLang="en-US" dirty="0"/>
              <a:t>项目开发计划</a:t>
            </a:r>
            <a:r>
              <a:rPr lang="en-US" altLang="zh-CN" dirty="0"/>
              <a:t>——</a:t>
            </a:r>
            <a:r>
              <a:rPr lang="zh-CN" altLang="en-US" dirty="0"/>
              <a:t>采购计划</a:t>
            </a:r>
          </a:p>
        </p:txBody>
      </p:sp>
      <p:sp>
        <p:nvSpPr>
          <p:cNvPr id="81" name="EayslinkWatermark">
            <a:extLst>
              <a:ext uri="{FF2B5EF4-FFF2-40B4-BE49-F238E27FC236}">
                <a16:creationId xmlns:a16="http://schemas.microsoft.com/office/drawing/2014/main" id="{80D485A4-A31E-2998-9216-AC07A3D8918F}"/>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aphicFrame>
        <p:nvGraphicFramePr>
          <p:cNvPr id="2" name="表格 1">
            <a:extLst>
              <a:ext uri="{FF2B5EF4-FFF2-40B4-BE49-F238E27FC236}">
                <a16:creationId xmlns:a16="http://schemas.microsoft.com/office/drawing/2014/main" id="{E8793143-4390-8A32-7132-6FB59E549D11}"/>
              </a:ext>
            </a:extLst>
          </p:cNvPr>
          <p:cNvGraphicFramePr>
            <a:graphicFrameLocks noGrp="1"/>
          </p:cNvGraphicFramePr>
          <p:nvPr>
            <p:extLst>
              <p:ext uri="{D42A27DB-BD31-4B8C-83A1-F6EECF244321}">
                <p14:modId xmlns:p14="http://schemas.microsoft.com/office/powerpoint/2010/main" val="2409819411"/>
              </p:ext>
            </p:extLst>
          </p:nvPr>
        </p:nvGraphicFramePr>
        <p:xfrm>
          <a:off x="1671178" y="2717502"/>
          <a:ext cx="20804680" cy="8663514"/>
        </p:xfrm>
        <a:graphic>
          <a:graphicData uri="http://schemas.openxmlformats.org/drawingml/2006/table">
            <a:tbl>
              <a:tblPr firstRow="1" bandRow="1">
                <a:tableStyleId>{5C22544A-7EE6-4342-B048-85BDC9FD1C3A}</a:tableStyleId>
              </a:tblPr>
              <a:tblGrid>
                <a:gridCol w="626355">
                  <a:extLst>
                    <a:ext uri="{9D8B030D-6E8A-4147-A177-3AD203B41FA5}">
                      <a16:colId xmlns:a16="http://schemas.microsoft.com/office/drawing/2014/main" val="1464131870"/>
                    </a:ext>
                  </a:extLst>
                </a:gridCol>
                <a:gridCol w="2312487">
                  <a:extLst>
                    <a:ext uri="{9D8B030D-6E8A-4147-A177-3AD203B41FA5}">
                      <a16:colId xmlns:a16="http://schemas.microsoft.com/office/drawing/2014/main" val="2045423142"/>
                    </a:ext>
                  </a:extLst>
                </a:gridCol>
                <a:gridCol w="1439295">
                  <a:extLst>
                    <a:ext uri="{9D8B030D-6E8A-4147-A177-3AD203B41FA5}">
                      <a16:colId xmlns:a16="http://schemas.microsoft.com/office/drawing/2014/main" val="1730583587"/>
                    </a:ext>
                  </a:extLst>
                </a:gridCol>
                <a:gridCol w="1263061">
                  <a:extLst>
                    <a:ext uri="{9D8B030D-6E8A-4147-A177-3AD203B41FA5}">
                      <a16:colId xmlns:a16="http://schemas.microsoft.com/office/drawing/2014/main" val="2158118974"/>
                    </a:ext>
                  </a:extLst>
                </a:gridCol>
                <a:gridCol w="1468672">
                  <a:extLst>
                    <a:ext uri="{9D8B030D-6E8A-4147-A177-3AD203B41FA5}">
                      <a16:colId xmlns:a16="http://schemas.microsoft.com/office/drawing/2014/main" val="918308630"/>
                    </a:ext>
                  </a:extLst>
                </a:gridCol>
                <a:gridCol w="2950610">
                  <a:extLst>
                    <a:ext uri="{9D8B030D-6E8A-4147-A177-3AD203B41FA5}">
                      <a16:colId xmlns:a16="http://schemas.microsoft.com/office/drawing/2014/main" val="1362059871"/>
                    </a:ext>
                  </a:extLst>
                </a:gridCol>
                <a:gridCol w="5502728">
                  <a:extLst>
                    <a:ext uri="{9D8B030D-6E8A-4147-A177-3AD203B41FA5}">
                      <a16:colId xmlns:a16="http://schemas.microsoft.com/office/drawing/2014/main" val="3312764197"/>
                    </a:ext>
                  </a:extLst>
                </a:gridCol>
                <a:gridCol w="5241472">
                  <a:extLst>
                    <a:ext uri="{9D8B030D-6E8A-4147-A177-3AD203B41FA5}">
                      <a16:colId xmlns:a16="http://schemas.microsoft.com/office/drawing/2014/main" val="990414618"/>
                    </a:ext>
                  </a:extLst>
                </a:gridCol>
              </a:tblGrid>
              <a:tr h="830754">
                <a:tc>
                  <a:txBody>
                    <a:bodyPr/>
                    <a:lstStyle/>
                    <a:p>
                      <a:pPr algn="ctr"/>
                      <a:r>
                        <a:rPr lang="zh-CN" altLang="en-US" sz="2000" dirty="0"/>
                        <a:t>序号</a:t>
                      </a:r>
                    </a:p>
                  </a:txBody>
                  <a:tcPr/>
                </a:tc>
                <a:tc>
                  <a:txBody>
                    <a:bodyPr/>
                    <a:lstStyle/>
                    <a:p>
                      <a:pPr algn="ctr"/>
                      <a:r>
                        <a:rPr lang="zh-CN" altLang="en-US" sz="2000" dirty="0"/>
                        <a:t>采购内容</a:t>
                      </a:r>
                    </a:p>
                  </a:txBody>
                  <a:tcPr/>
                </a:tc>
                <a:tc>
                  <a:txBody>
                    <a:bodyPr/>
                    <a:lstStyle/>
                    <a:p>
                      <a:pPr algn="ctr"/>
                      <a:r>
                        <a:rPr lang="zh-CN" altLang="en-US" sz="2000" dirty="0"/>
                        <a:t>供应商</a:t>
                      </a:r>
                    </a:p>
                  </a:txBody>
                  <a:tcPr/>
                </a:tc>
                <a:tc>
                  <a:txBody>
                    <a:bodyPr/>
                    <a:lstStyle/>
                    <a:p>
                      <a:pPr algn="ctr"/>
                      <a:r>
                        <a:rPr lang="zh-CN" altLang="en-US" sz="2000" dirty="0"/>
                        <a:t>技术栈对接人</a:t>
                      </a:r>
                    </a:p>
                  </a:txBody>
                  <a:tcPr/>
                </a:tc>
                <a:tc>
                  <a:txBody>
                    <a:bodyPr/>
                    <a:lstStyle/>
                    <a:p>
                      <a:pPr algn="ctr"/>
                      <a:r>
                        <a:rPr lang="zh-CN" altLang="en-US" sz="2000" dirty="0"/>
                        <a:t>采购经理</a:t>
                      </a:r>
                    </a:p>
                  </a:txBody>
                  <a:tcPr/>
                </a:tc>
                <a:tc>
                  <a:txBody>
                    <a:bodyPr/>
                    <a:lstStyle/>
                    <a:p>
                      <a:pPr algn="ctr"/>
                      <a:r>
                        <a:rPr lang="zh-CN" altLang="en-US" sz="2000" dirty="0"/>
                        <a:t>单一供应商指定</a:t>
                      </a:r>
                      <a:r>
                        <a:rPr lang="en-US" altLang="zh-CN" sz="2000" dirty="0"/>
                        <a:t>/</a:t>
                      </a:r>
                      <a:r>
                        <a:rPr lang="zh-CN" altLang="en-US" sz="2000" dirty="0"/>
                        <a:t>沿用审批</a:t>
                      </a:r>
                    </a:p>
                  </a:txBody>
                  <a:tcPr/>
                </a:tc>
                <a:tc>
                  <a:txBody>
                    <a:bodyPr/>
                    <a:lstStyle/>
                    <a:p>
                      <a:pPr algn="ctr"/>
                      <a:r>
                        <a:rPr lang="zh-CN" altLang="en-US" sz="2000" dirty="0"/>
                        <a:t>采购流程</a:t>
                      </a:r>
                    </a:p>
                  </a:txBody>
                  <a:tcPr/>
                </a:tc>
                <a:tc>
                  <a:txBody>
                    <a:bodyPr/>
                    <a:lstStyle/>
                    <a:p>
                      <a:pPr algn="ctr"/>
                      <a:r>
                        <a:rPr lang="zh-CN" altLang="en-US" sz="2000" dirty="0"/>
                        <a:t>备注</a:t>
                      </a:r>
                    </a:p>
                  </a:txBody>
                  <a:tcPr/>
                </a:tc>
                <a:extLst>
                  <a:ext uri="{0D108BD9-81ED-4DB2-BD59-A6C34878D82A}">
                    <a16:rowId xmlns:a16="http://schemas.microsoft.com/office/drawing/2014/main" val="916890162"/>
                  </a:ext>
                </a:extLst>
              </a:tr>
              <a:tr h="880930">
                <a:tc>
                  <a:txBody>
                    <a:bodyPr/>
                    <a:lstStyle/>
                    <a:p>
                      <a:pPr algn="ctr"/>
                      <a:r>
                        <a:rPr lang="en-US" altLang="zh-CN" sz="2000" dirty="0"/>
                        <a:t>1</a:t>
                      </a:r>
                      <a:endParaRPr lang="zh-CN" altLang="en-US" sz="2000" dirty="0"/>
                    </a:p>
                  </a:txBody>
                  <a:tcPr/>
                </a:tc>
                <a:tc>
                  <a:txBody>
                    <a:bodyPr/>
                    <a:lstStyle/>
                    <a:p>
                      <a:r>
                        <a:rPr lang="zh-CN" altLang="en-US" sz="2000" dirty="0"/>
                        <a:t>输入法</a:t>
                      </a:r>
                    </a:p>
                  </a:txBody>
                  <a:tcPr/>
                </a:tc>
                <a:tc>
                  <a:txBody>
                    <a:bodyPr/>
                    <a:lstStyle/>
                    <a:p>
                      <a:r>
                        <a:rPr lang="en-US" altLang="zh-CN" sz="2000" dirty="0"/>
                        <a:t>Kika</a:t>
                      </a:r>
                      <a:endParaRPr lang="zh-CN" altLang="en-US" sz="2000" dirty="0"/>
                    </a:p>
                  </a:txBody>
                  <a:tcPr/>
                </a:tc>
                <a:tc>
                  <a:txBody>
                    <a:bodyPr/>
                    <a:lstStyle/>
                    <a:p>
                      <a:r>
                        <a:rPr lang="zh-CN" altLang="en-US" sz="2000" dirty="0"/>
                        <a:t>王坤</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t>孟安迎</a:t>
                      </a:r>
                    </a:p>
                  </a:txBody>
                  <a:tcPr/>
                </a:tc>
                <a:tc>
                  <a:txBody>
                    <a:bodyPr/>
                    <a:lstStyle/>
                    <a:p>
                      <a:r>
                        <a:rPr lang="en-US" altLang="zh-CN" sz="2000" dirty="0"/>
                        <a:t>https://go.feishu.cn/approval/s/iuBtaAHq/</a:t>
                      </a:r>
                      <a:endParaRPr lang="zh-CN" altLang="en-US" sz="2000" dirty="0"/>
                    </a:p>
                  </a:txBody>
                  <a:tcPr/>
                </a:tc>
                <a:tc>
                  <a:txBody>
                    <a:bodyPr/>
                    <a:lstStyle/>
                    <a:p>
                      <a:r>
                        <a:rPr lang="zh-CN" altLang="en-US" sz="2000" dirty="0"/>
                        <a:t>待发起，  </a:t>
                      </a:r>
                      <a:r>
                        <a:rPr lang="en-US" altLang="zh-CN" sz="2000" dirty="0"/>
                        <a:t>10/15</a:t>
                      </a:r>
                      <a:r>
                        <a:rPr lang="zh-CN" altLang="en-US" sz="2000" dirty="0"/>
                        <a:t>号之前发起</a:t>
                      </a:r>
                    </a:p>
                  </a:txBody>
                  <a:tcPr/>
                </a:tc>
                <a:tc>
                  <a:txBody>
                    <a:bodyPr/>
                    <a:lstStyle/>
                    <a:p>
                      <a:r>
                        <a:rPr lang="zh-CN" altLang="en-US" sz="2000" dirty="0"/>
                        <a:t>工时和供应商已经打和，待发起采购流程</a:t>
                      </a:r>
                    </a:p>
                  </a:txBody>
                  <a:tcPr/>
                </a:tc>
                <a:extLst>
                  <a:ext uri="{0D108BD9-81ED-4DB2-BD59-A6C34878D82A}">
                    <a16:rowId xmlns:a16="http://schemas.microsoft.com/office/drawing/2014/main" val="1133071722"/>
                  </a:ext>
                </a:extLst>
              </a:tr>
              <a:tr h="880930">
                <a:tc>
                  <a:txBody>
                    <a:bodyPr/>
                    <a:lstStyle/>
                    <a:p>
                      <a:pPr algn="ctr"/>
                      <a:r>
                        <a:rPr lang="en-US" altLang="zh-CN" sz="2000" dirty="0"/>
                        <a:t>2</a:t>
                      </a:r>
                      <a:endParaRPr lang="zh-CN" altLang="en-US" sz="2000" dirty="0"/>
                    </a:p>
                  </a:txBody>
                  <a:tcPr/>
                </a:tc>
                <a:tc>
                  <a:txBody>
                    <a:bodyPr/>
                    <a:lstStyle/>
                    <a:p>
                      <a:r>
                        <a:rPr lang="zh-CN" altLang="en-US" sz="2000" dirty="0"/>
                        <a:t>海外导航</a:t>
                      </a:r>
                    </a:p>
                  </a:txBody>
                  <a:tcPr/>
                </a:tc>
                <a:tc>
                  <a:txBody>
                    <a:bodyPr/>
                    <a:lstStyle/>
                    <a:p>
                      <a:r>
                        <a:rPr lang="zh-CN" altLang="en-US" sz="2000" dirty="0"/>
                        <a:t>东软</a:t>
                      </a:r>
                    </a:p>
                  </a:txBody>
                  <a:tcPr/>
                </a:tc>
                <a:tc>
                  <a:txBody>
                    <a:bodyPr/>
                    <a:lstStyle/>
                    <a:p>
                      <a:r>
                        <a:rPr lang="zh-CN" altLang="en-US" sz="2000" dirty="0"/>
                        <a:t>王坤</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t>孟安迎</a:t>
                      </a:r>
                    </a:p>
                  </a:txBody>
                  <a:tcPr/>
                </a:tc>
                <a:tc>
                  <a:txBody>
                    <a:bodyPr/>
                    <a:lstStyle/>
                    <a:p>
                      <a:r>
                        <a:rPr lang="en-US" altLang="zh-CN" sz="2000" dirty="0"/>
                        <a:t>https://go.feishu.cn/approval/s/iuBtHGb6/</a:t>
                      </a:r>
                      <a:endParaRPr lang="zh-CN" altLang="en-US" sz="2000" dirty="0"/>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t>待发起，  </a:t>
                      </a:r>
                      <a:r>
                        <a:rPr lang="en-US" altLang="zh-CN" sz="2000" dirty="0"/>
                        <a:t>10/15</a:t>
                      </a:r>
                      <a:r>
                        <a:rPr lang="zh-CN" altLang="en-US" sz="2000" dirty="0"/>
                        <a:t>号之前发起</a:t>
                      </a:r>
                    </a:p>
                    <a:p>
                      <a:endParaRPr lang="zh-CN" altLang="en-US" sz="2000" dirty="0"/>
                    </a:p>
                  </a:txBody>
                  <a:tcPr/>
                </a:tc>
                <a:tc>
                  <a:txBody>
                    <a:bodyPr/>
                    <a:lstStyle/>
                    <a:p>
                      <a:r>
                        <a:rPr lang="zh-CN" altLang="en-US" sz="2000" dirty="0"/>
                        <a:t>工时和供应商已经打和，待发起采购流程</a:t>
                      </a:r>
                    </a:p>
                    <a:p>
                      <a:endParaRPr lang="zh-CN" altLang="en-US" sz="2000" dirty="0"/>
                    </a:p>
                  </a:txBody>
                  <a:tcPr/>
                </a:tc>
                <a:extLst>
                  <a:ext uri="{0D108BD9-81ED-4DB2-BD59-A6C34878D82A}">
                    <a16:rowId xmlns:a16="http://schemas.microsoft.com/office/drawing/2014/main" val="2453922509"/>
                  </a:ext>
                </a:extLst>
              </a:tr>
              <a:tr h="1214180">
                <a:tc>
                  <a:txBody>
                    <a:bodyPr/>
                    <a:lstStyle/>
                    <a:p>
                      <a:pPr algn="ctr"/>
                      <a:r>
                        <a:rPr lang="en-US" altLang="zh-CN" sz="2000" dirty="0"/>
                        <a:t>3</a:t>
                      </a:r>
                      <a:endParaRPr lang="zh-CN" altLang="en-US" sz="2000" dirty="0"/>
                    </a:p>
                  </a:txBody>
                  <a:tcPr/>
                </a:tc>
                <a:tc>
                  <a:txBody>
                    <a:bodyPr/>
                    <a:lstStyle/>
                    <a:p>
                      <a:r>
                        <a:rPr lang="zh-CN" altLang="en-US" sz="2000" dirty="0"/>
                        <a:t>应用商城</a:t>
                      </a:r>
                      <a:r>
                        <a:rPr lang="en-US" altLang="zh-CN" sz="2000" dirty="0"/>
                        <a:t>App store</a:t>
                      </a:r>
                      <a:endParaRPr lang="zh-CN" altLang="en-US" sz="2000" dirty="0"/>
                    </a:p>
                  </a:txBody>
                  <a:tcPr/>
                </a:tc>
                <a:tc>
                  <a:txBody>
                    <a:bodyPr/>
                    <a:lstStyle/>
                    <a:p>
                      <a:r>
                        <a:rPr lang="zh-CN" altLang="en-US" sz="2000" dirty="0"/>
                        <a:t>弗吉亚</a:t>
                      </a:r>
                    </a:p>
                  </a:txBody>
                  <a:tcPr/>
                </a:tc>
                <a:tc>
                  <a:txBody>
                    <a:bodyPr/>
                    <a:lstStyle/>
                    <a:p>
                      <a:r>
                        <a:rPr lang="zh-CN" altLang="en-US" sz="2000" dirty="0"/>
                        <a:t>王坤</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t>孟安迎</a:t>
                      </a:r>
                    </a:p>
                    <a:p>
                      <a:endParaRPr lang="zh-CN" altLang="en-US" sz="2000" dirty="0"/>
                    </a:p>
                  </a:txBody>
                  <a:tcPr/>
                </a:tc>
                <a:tc>
                  <a:txBody>
                    <a:bodyPr/>
                    <a:lstStyle/>
                    <a:p>
                      <a:r>
                        <a:rPr lang="en-US" altLang="zh-CN" sz="2000" dirty="0"/>
                        <a:t>https://go.feishu.cn/approval/s/iuBttFj7/</a:t>
                      </a:r>
                      <a:endParaRPr lang="zh-CN" altLang="en-US" sz="2000" dirty="0"/>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t>待发起，  </a:t>
                      </a:r>
                      <a:r>
                        <a:rPr lang="en-US" altLang="zh-CN" sz="2000" dirty="0"/>
                        <a:t>10/15</a:t>
                      </a:r>
                      <a:r>
                        <a:rPr lang="zh-CN" altLang="en-US" sz="2000" dirty="0"/>
                        <a:t>号之前发起</a:t>
                      </a:r>
                    </a:p>
                    <a:p>
                      <a:endParaRPr lang="zh-CN" altLang="en-US" sz="2000" dirty="0"/>
                    </a:p>
                  </a:txBody>
                  <a:tcPr/>
                </a:tc>
                <a:tc>
                  <a:txBody>
                    <a:bodyPr/>
                    <a:lstStyle/>
                    <a:p>
                      <a:r>
                        <a:rPr lang="zh-CN" altLang="en-US" sz="2000" dirty="0"/>
                        <a:t>工时和供应商已经打和，待发起采购流程</a:t>
                      </a:r>
                    </a:p>
                    <a:p>
                      <a:endParaRPr lang="zh-CN" altLang="en-US" sz="2000" dirty="0"/>
                    </a:p>
                  </a:txBody>
                  <a:tcPr/>
                </a:tc>
                <a:extLst>
                  <a:ext uri="{0D108BD9-81ED-4DB2-BD59-A6C34878D82A}">
                    <a16:rowId xmlns:a16="http://schemas.microsoft.com/office/drawing/2014/main" val="913960776"/>
                  </a:ext>
                </a:extLst>
              </a:tr>
              <a:tr h="1214180">
                <a:tc>
                  <a:txBody>
                    <a:bodyPr/>
                    <a:lstStyle/>
                    <a:p>
                      <a:pPr algn="ctr"/>
                      <a:r>
                        <a:rPr lang="en-US" altLang="zh-CN" sz="2000" dirty="0"/>
                        <a:t>4</a:t>
                      </a:r>
                      <a:endParaRPr lang="zh-CN" altLang="en-US" sz="2000" dirty="0"/>
                    </a:p>
                  </a:txBody>
                  <a:tcPr/>
                </a:tc>
                <a:tc>
                  <a:txBody>
                    <a:bodyPr/>
                    <a:lstStyle/>
                    <a:p>
                      <a:r>
                        <a:rPr lang="zh-CN" altLang="en-US" sz="2000" dirty="0"/>
                        <a:t>伟世通</a:t>
                      </a:r>
                      <a:r>
                        <a:rPr lang="en-US" altLang="zh-CN" sz="2000" dirty="0"/>
                        <a:t>ODM</a:t>
                      </a:r>
                      <a:endParaRPr lang="zh-CN" altLang="en-US" sz="2000" dirty="0"/>
                    </a:p>
                  </a:txBody>
                  <a:tcPr/>
                </a:tc>
                <a:tc>
                  <a:txBody>
                    <a:bodyPr/>
                    <a:lstStyle/>
                    <a:p>
                      <a:r>
                        <a:rPr lang="zh-CN" altLang="en-US" sz="2000" dirty="0"/>
                        <a:t>伟世通</a:t>
                      </a:r>
                    </a:p>
                  </a:txBody>
                  <a:tcPr/>
                </a:tc>
                <a:tc>
                  <a:txBody>
                    <a:bodyPr/>
                    <a:lstStyle/>
                    <a:p>
                      <a:r>
                        <a:rPr lang="zh-CN" altLang="en-US" sz="2000" dirty="0"/>
                        <a:t>童昌杰</a:t>
                      </a:r>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t>沈若愚</a:t>
                      </a:r>
                    </a:p>
                  </a:txBody>
                  <a:tcPr/>
                </a:tc>
                <a:tc>
                  <a:txBody>
                    <a:bodyPr/>
                    <a:lstStyle/>
                    <a:p>
                      <a:r>
                        <a:rPr lang="en-US" altLang="zh-CN" sz="2000" dirty="0"/>
                        <a:t>https://go.feishu.cn/approval/s/iuBt4yJK/</a:t>
                      </a:r>
                      <a:endParaRPr lang="zh-CN" altLang="en-US" sz="2000" dirty="0"/>
                    </a:p>
                  </a:txBody>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t>待发起，  </a:t>
                      </a:r>
                      <a:r>
                        <a:rPr lang="en-US" altLang="zh-CN" sz="2000" dirty="0"/>
                        <a:t>10/15</a:t>
                      </a:r>
                      <a:r>
                        <a:rPr lang="zh-CN" altLang="en-US" sz="2000" dirty="0"/>
                        <a:t>号之前发起</a:t>
                      </a:r>
                    </a:p>
                  </a:txBody>
                  <a:tcPr/>
                </a:tc>
                <a:tc>
                  <a:txBody>
                    <a:bodyPr/>
                    <a:lstStyle/>
                    <a:p>
                      <a:r>
                        <a:rPr lang="zh-CN" altLang="en-US" sz="2000" dirty="0"/>
                        <a:t>工时和供应商已经打和，待发起采购流程</a:t>
                      </a:r>
                    </a:p>
                    <a:p>
                      <a:endParaRPr lang="zh-CN" altLang="en-US" sz="2000" dirty="0"/>
                    </a:p>
                  </a:txBody>
                  <a:tcPr/>
                </a:tc>
                <a:extLst>
                  <a:ext uri="{0D108BD9-81ED-4DB2-BD59-A6C34878D82A}">
                    <a16:rowId xmlns:a16="http://schemas.microsoft.com/office/drawing/2014/main" val="329489893"/>
                  </a:ext>
                </a:extLst>
              </a:tr>
              <a:tr h="1214180">
                <a:tc>
                  <a:txBody>
                    <a:bodyPr/>
                    <a:lstStyle/>
                    <a:p>
                      <a:pPr algn="ctr"/>
                      <a:r>
                        <a:rPr lang="en-US" altLang="zh-CN" sz="2000" dirty="0"/>
                        <a:t>5</a:t>
                      </a:r>
                      <a:endParaRPr lang="zh-CN" altLang="en-US" sz="2000" dirty="0"/>
                    </a:p>
                  </a:txBody>
                  <a:tcPr/>
                </a:tc>
                <a:tc>
                  <a:txBody>
                    <a:bodyPr/>
                    <a:lstStyle/>
                    <a:p>
                      <a:r>
                        <a:rPr lang="en-US" altLang="zh-CN" sz="2000" dirty="0"/>
                        <a:t>E-</a:t>
                      </a:r>
                      <a:r>
                        <a:rPr lang="en-US" altLang="zh-CN" sz="2000" dirty="0" err="1"/>
                        <a:t>siri</a:t>
                      </a:r>
                      <a:r>
                        <a:rPr lang="zh-CN" altLang="en-US" sz="2000" dirty="0"/>
                        <a:t>和</a:t>
                      </a:r>
                      <a:r>
                        <a:rPr lang="en-US" altLang="zh-CN" sz="2000" dirty="0" err="1"/>
                        <a:t>siri</a:t>
                      </a:r>
                      <a:r>
                        <a:rPr lang="zh-CN" altLang="en-US" sz="2000" dirty="0"/>
                        <a:t>测试</a:t>
                      </a:r>
                    </a:p>
                  </a:txBody>
                  <a:tcPr/>
                </a:tc>
                <a:tc>
                  <a:txBody>
                    <a:bodyPr/>
                    <a:lstStyle/>
                    <a:p>
                      <a:r>
                        <a:rPr lang="en-US" altLang="zh-CN" sz="2000" dirty="0" err="1"/>
                        <a:t>Cerence</a:t>
                      </a:r>
                      <a:endParaRPr lang="zh-CN" altLang="en-US" sz="2000" dirty="0"/>
                    </a:p>
                  </a:txBody>
                  <a:tcPr/>
                </a:tc>
                <a:tc>
                  <a:txBody>
                    <a:bodyPr/>
                    <a:lstStyle/>
                    <a:p>
                      <a:r>
                        <a:rPr lang="zh-CN" altLang="en-US" sz="2000" dirty="0"/>
                        <a:t>田朋伟</a:t>
                      </a:r>
                    </a:p>
                  </a:txBody>
                  <a:tcPr/>
                </a:tc>
                <a:tc>
                  <a:txBody>
                    <a:bodyPr/>
                    <a:lstStyle/>
                    <a:p>
                      <a:r>
                        <a:rPr lang="zh-CN" altLang="en-US" sz="2000" dirty="0"/>
                        <a:t>孟安迎</a:t>
                      </a:r>
                    </a:p>
                  </a:txBody>
                  <a:tcPr/>
                </a:tc>
                <a:tc>
                  <a:txBody>
                    <a:bodyPr/>
                    <a:lstStyle/>
                    <a:p>
                      <a:r>
                        <a:rPr lang="en-US" altLang="zh-CN" sz="2000" dirty="0"/>
                        <a:t>https://go.feishu.cn/approval/s/iuBnDmW4/</a:t>
                      </a:r>
                      <a:endParaRPr lang="zh-CN" altLang="en-US" sz="2000" dirty="0"/>
                    </a:p>
                  </a:txBody>
                  <a:tcPr/>
                </a:tc>
                <a:tc>
                  <a:txBody>
                    <a:bodyPr/>
                    <a:lstStyle/>
                    <a:p>
                      <a:r>
                        <a:rPr lang="zh-CN" altLang="en-US" sz="2000" dirty="0"/>
                        <a:t>根据项目节点发起</a:t>
                      </a:r>
                    </a:p>
                  </a:txBody>
                  <a:tcPr/>
                </a:tc>
                <a:tc>
                  <a:txBody>
                    <a:bodyPr/>
                    <a:lstStyle/>
                    <a:p>
                      <a:endParaRPr lang="zh-CN" altLang="en-US" sz="2000" dirty="0"/>
                    </a:p>
                  </a:txBody>
                  <a:tcPr/>
                </a:tc>
                <a:extLst>
                  <a:ext uri="{0D108BD9-81ED-4DB2-BD59-A6C34878D82A}">
                    <a16:rowId xmlns:a16="http://schemas.microsoft.com/office/drawing/2014/main" val="391574702"/>
                  </a:ext>
                </a:extLst>
              </a:tr>
              <a:tr h="1214180">
                <a:tc>
                  <a:txBody>
                    <a:bodyPr/>
                    <a:lstStyle/>
                    <a:p>
                      <a:pPr algn="ctr"/>
                      <a:r>
                        <a:rPr lang="en-US" altLang="zh-CN" sz="2000" dirty="0"/>
                        <a:t>6</a:t>
                      </a:r>
                      <a:endParaRPr lang="zh-CN" altLang="en-US" sz="2000" dirty="0"/>
                    </a:p>
                  </a:txBody>
                  <a:tcPr/>
                </a:tc>
                <a:tc>
                  <a:txBody>
                    <a:bodyPr/>
                    <a:lstStyle/>
                    <a:p>
                      <a:r>
                        <a:rPr lang="zh-CN" altLang="en-US" sz="2000" dirty="0"/>
                        <a:t>内置</a:t>
                      </a:r>
                      <a:r>
                        <a:rPr lang="en-US" altLang="zh-CN" sz="2000" dirty="0"/>
                        <a:t>AUD</a:t>
                      </a:r>
                      <a:r>
                        <a:rPr lang="zh-CN" altLang="en-US" sz="2000" dirty="0"/>
                        <a:t>调音</a:t>
                      </a:r>
                    </a:p>
                  </a:txBody>
                  <a:tcPr/>
                </a:tc>
                <a:tc>
                  <a:txBody>
                    <a:bodyPr/>
                    <a:lstStyle/>
                    <a:p>
                      <a:r>
                        <a:rPr lang="en-US" altLang="zh-CN" sz="2000" dirty="0"/>
                        <a:t>TBD</a:t>
                      </a:r>
                      <a:endParaRPr lang="zh-CN" altLang="en-US" sz="2000" dirty="0"/>
                    </a:p>
                  </a:txBody>
                  <a:tcPr/>
                </a:tc>
                <a:tc>
                  <a:txBody>
                    <a:bodyPr/>
                    <a:lstStyle/>
                    <a:p>
                      <a:r>
                        <a:rPr lang="zh-CN" altLang="en-US" sz="2000" dirty="0"/>
                        <a:t>田朋伟</a:t>
                      </a:r>
                    </a:p>
                  </a:txBody>
                  <a:tcPr/>
                </a:tc>
                <a:tc>
                  <a:txBody>
                    <a:bodyPr/>
                    <a:lstStyle/>
                    <a:p>
                      <a:r>
                        <a:rPr lang="zh-CN" altLang="en-US" sz="2000" dirty="0"/>
                        <a:t>孟安迎</a:t>
                      </a:r>
                    </a:p>
                  </a:txBody>
                  <a:tcPr/>
                </a:tc>
                <a:tc>
                  <a:txBody>
                    <a:bodyPr/>
                    <a:lstStyle/>
                    <a:p>
                      <a:r>
                        <a:rPr lang="en-US" altLang="zh-CN" sz="2000" dirty="0"/>
                        <a:t>/</a:t>
                      </a:r>
                      <a:endParaRPr lang="zh-CN" altLang="en-US" sz="2000" dirty="0"/>
                    </a:p>
                  </a:txBody>
                  <a:tcPr/>
                </a:tc>
                <a:tc>
                  <a:txBody>
                    <a:bodyPr/>
                    <a:lstStyle/>
                    <a:p>
                      <a:r>
                        <a:rPr lang="zh-CN" altLang="en-US" sz="2000" dirty="0"/>
                        <a:t>根据项目节点发起</a:t>
                      </a:r>
                    </a:p>
                  </a:txBody>
                  <a:tcPr/>
                </a:tc>
                <a:tc>
                  <a:txBody>
                    <a:bodyPr/>
                    <a:lstStyle/>
                    <a:p>
                      <a:endParaRPr lang="zh-CN" altLang="en-US" sz="2000" dirty="0"/>
                    </a:p>
                  </a:txBody>
                  <a:tcPr/>
                </a:tc>
                <a:extLst>
                  <a:ext uri="{0D108BD9-81ED-4DB2-BD59-A6C34878D82A}">
                    <a16:rowId xmlns:a16="http://schemas.microsoft.com/office/drawing/2014/main" val="2614905904"/>
                  </a:ext>
                </a:extLst>
              </a:tr>
              <a:tr h="1214180">
                <a:tc>
                  <a:txBody>
                    <a:bodyPr/>
                    <a:lstStyle/>
                    <a:p>
                      <a:pPr algn="ctr"/>
                      <a:r>
                        <a:rPr lang="en-US" altLang="zh-CN" sz="2000" dirty="0"/>
                        <a:t>7</a:t>
                      </a:r>
                      <a:endParaRPr lang="zh-CN" altLang="en-US" sz="2000" dirty="0"/>
                    </a:p>
                  </a:txBody>
                  <a:tcPr/>
                </a:tc>
                <a:tc>
                  <a:txBody>
                    <a:bodyPr/>
                    <a:lstStyle/>
                    <a:p>
                      <a:r>
                        <a:rPr lang="en-US" altLang="zh-CN" sz="2000" dirty="0"/>
                        <a:t>USB if </a:t>
                      </a:r>
                      <a:r>
                        <a:rPr lang="zh-CN" altLang="en-US" sz="2000" dirty="0"/>
                        <a:t>和 认证</a:t>
                      </a:r>
                    </a:p>
                  </a:txBody>
                  <a:tcPr/>
                </a:tc>
                <a:tc>
                  <a:txBody>
                    <a:bodyPr/>
                    <a:lstStyle/>
                    <a:p>
                      <a:r>
                        <a:rPr lang="en-US" altLang="zh-CN" sz="2000" dirty="0"/>
                        <a:t>TBD</a:t>
                      </a:r>
                      <a:endParaRPr lang="zh-CN" altLang="en-US" sz="2000" dirty="0"/>
                    </a:p>
                  </a:txBody>
                  <a:tcPr/>
                </a:tc>
                <a:tc>
                  <a:txBody>
                    <a:bodyPr/>
                    <a:lstStyle/>
                    <a:p>
                      <a:r>
                        <a:rPr lang="zh-CN" altLang="en-US" sz="2000" dirty="0"/>
                        <a:t>高全斌</a:t>
                      </a:r>
                    </a:p>
                  </a:txBody>
                  <a:tcPr/>
                </a:tc>
                <a:tc>
                  <a:txBody>
                    <a:bodyPr/>
                    <a:lstStyle/>
                    <a:p>
                      <a:r>
                        <a:rPr lang="zh-CN" altLang="en-US" sz="2000" dirty="0"/>
                        <a:t>陈良英</a:t>
                      </a:r>
                    </a:p>
                  </a:txBody>
                  <a:tcPr/>
                </a:tc>
                <a:tc>
                  <a:txBody>
                    <a:bodyPr/>
                    <a:lstStyle/>
                    <a:p>
                      <a:r>
                        <a:rPr lang="en-US" altLang="zh-CN" sz="2000" dirty="0"/>
                        <a:t>/</a:t>
                      </a:r>
                      <a:endParaRPr lang="zh-CN" altLang="en-US" sz="2000" dirty="0"/>
                    </a:p>
                  </a:txBody>
                  <a:tcPr/>
                </a:tc>
                <a:tc>
                  <a:txBody>
                    <a:bodyPr/>
                    <a:lstStyle/>
                    <a:p>
                      <a:r>
                        <a:rPr lang="zh-CN" altLang="en-US" sz="2000" dirty="0"/>
                        <a:t>根据项目节点发起</a:t>
                      </a:r>
                    </a:p>
                  </a:txBody>
                  <a:tcPr/>
                </a:tc>
                <a:tc>
                  <a:txBody>
                    <a:bodyPr/>
                    <a:lstStyle/>
                    <a:p>
                      <a:endParaRPr lang="zh-CN" altLang="en-US" sz="2000" dirty="0"/>
                    </a:p>
                  </a:txBody>
                  <a:tcPr/>
                </a:tc>
                <a:extLst>
                  <a:ext uri="{0D108BD9-81ED-4DB2-BD59-A6C34878D82A}">
                    <a16:rowId xmlns:a16="http://schemas.microsoft.com/office/drawing/2014/main" val="3544451871"/>
                  </a:ext>
                </a:extLst>
              </a:tr>
            </a:tbl>
          </a:graphicData>
        </a:graphic>
      </p:graphicFrame>
    </p:spTree>
    <p:extLst>
      <p:ext uri="{BB962C8B-B14F-4D97-AF65-F5344CB8AC3E}">
        <p14:creationId xmlns:p14="http://schemas.microsoft.com/office/powerpoint/2010/main" val="5408497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177789" y="4442753"/>
            <a:ext cx="5111157" cy="2226085"/>
          </a:xfrm>
          <a:prstGeom prst="rect">
            <a:avLst/>
          </a:prstGeom>
          <a:ln w="28575">
            <a:solidFill>
              <a:schemeClr val="tx1"/>
            </a:solidFill>
          </a:ln>
        </p:spPr>
        <p:txBody>
          <a:bodyPr wrap="square" rtlCol="0">
            <a:spAutoFit/>
          </a:bodyPr>
          <a:lstStyle/>
          <a:p>
            <a:pPr algn="l"/>
            <a:r>
              <a:rPr lang="zh-CN" altLang="en-US" sz="2800" dirty="0">
                <a:latin typeface="Arial" panose="020B0604020202020204" pitchFamily="34" charset="0"/>
                <a:cs typeface="Arial" panose="020B0604020202020204" pitchFamily="34" charset="0"/>
              </a:rPr>
              <a:t>中央研究院</a:t>
            </a:r>
            <a:r>
              <a:rPr lang="en-US" altLang="zh-CN" sz="2800" dirty="0">
                <a:latin typeface="Arial" panose="020B0604020202020204" pitchFamily="34" charset="0"/>
                <a:cs typeface="Arial" panose="020B0604020202020204" pitchFamily="34" charset="0"/>
              </a:rPr>
              <a:t>-</a:t>
            </a:r>
            <a:r>
              <a:rPr lang="zh-CN" altLang="en-US" sz="2800" dirty="0">
                <a:latin typeface="Arial" panose="020B0604020202020204" pitchFamily="34" charset="0"/>
                <a:cs typeface="Arial" panose="020B0604020202020204" pitchFamily="34" charset="0"/>
              </a:rPr>
              <a:t>智能座舱</a:t>
            </a:r>
            <a:endParaRPr lang="en-US" altLang="zh-CN" sz="2800" dirty="0">
              <a:latin typeface="Arial" panose="020B0604020202020204" pitchFamily="34" charset="0"/>
              <a:cs typeface="Arial" panose="020B0604020202020204" pitchFamily="34" charset="0"/>
            </a:endParaRPr>
          </a:p>
          <a:p>
            <a:pPr algn="l"/>
            <a:r>
              <a:rPr lang="en-US" altLang="zh-CN" sz="2800" dirty="0">
                <a:latin typeface="Arial" panose="020B0604020202020204" pitchFamily="34" charset="0"/>
                <a:cs typeface="Arial" panose="020B0604020202020204" pitchFamily="34" charset="0"/>
              </a:rPr>
              <a:t>EO</a:t>
            </a:r>
            <a:r>
              <a:rPr lang="zh-CN" altLang="en-US" sz="2800" dirty="0">
                <a:latin typeface="Arial" panose="020B0604020202020204" pitchFamily="34" charset="0"/>
                <a:cs typeface="Arial" panose="020B0604020202020204" pitchFamily="34" charset="0"/>
              </a:rPr>
              <a:t>：陈龙</a:t>
            </a:r>
            <a:r>
              <a:rPr lang="en-US" altLang="zh-CN" sz="2800" dirty="0">
                <a:latin typeface="Arial" panose="020B0604020202020204" pitchFamily="34" charset="0"/>
                <a:cs typeface="Arial" panose="020B0604020202020204" pitchFamily="34" charset="0"/>
              </a:rPr>
              <a:t>  UPL</a:t>
            </a:r>
            <a:r>
              <a:rPr lang="zh-CN" altLang="en-US" sz="2800" dirty="0">
                <a:latin typeface="Arial" panose="020B0604020202020204" pitchFamily="34" charset="0"/>
                <a:cs typeface="Arial" panose="020B0604020202020204" pitchFamily="34" charset="0"/>
              </a:rPr>
              <a:t>：张平</a:t>
            </a:r>
            <a:endParaRPr lang="en-US" altLang="zh-CN" sz="2800" dirty="0">
              <a:latin typeface="Arial" panose="020B0604020202020204" pitchFamily="34" charset="0"/>
              <a:cs typeface="Arial" panose="020B0604020202020204" pitchFamily="34" charset="0"/>
            </a:endParaRPr>
          </a:p>
          <a:p>
            <a:pPr algn="l"/>
            <a:r>
              <a:rPr lang="en-US" altLang="zh-CN" sz="2800" dirty="0">
                <a:latin typeface="Arial" panose="020B0604020202020204" pitchFamily="34" charset="0"/>
                <a:cs typeface="Arial" panose="020B0604020202020204" pitchFamily="34" charset="0"/>
              </a:rPr>
              <a:t>BU Leader</a:t>
            </a:r>
            <a:r>
              <a:rPr lang="zh-CN" altLang="en-US" sz="2800" dirty="0">
                <a:latin typeface="Arial" panose="020B0604020202020204" pitchFamily="34" charset="0"/>
                <a:cs typeface="Arial" panose="020B0604020202020204" pitchFamily="34" charset="0"/>
              </a:rPr>
              <a:t>：郑旭辉 部长：于硕军</a:t>
            </a:r>
            <a:endParaRPr lang="en-US" altLang="zh-CN" sz="2800" dirty="0">
              <a:latin typeface="Arial" panose="020B0604020202020204" pitchFamily="34" charset="0"/>
              <a:cs typeface="Arial" panose="020B0604020202020204" pitchFamily="34" charset="0"/>
            </a:endParaRPr>
          </a:p>
          <a:p>
            <a:pPr algn="l"/>
            <a:r>
              <a:rPr lang="zh-CN" altLang="en-US" sz="2800" dirty="0">
                <a:latin typeface="Arial" panose="020B0604020202020204" pitchFamily="34" charset="0"/>
                <a:cs typeface="Arial" panose="020B0604020202020204" pitchFamily="34" charset="0"/>
              </a:rPr>
              <a:t>中心主任：姜军</a:t>
            </a:r>
          </a:p>
        </p:txBody>
      </p:sp>
      <p:sp>
        <p:nvSpPr>
          <p:cNvPr id="9" name="文本框 8"/>
          <p:cNvSpPr txBox="1"/>
          <p:nvPr/>
        </p:nvSpPr>
        <p:spPr>
          <a:xfrm>
            <a:off x="9225325" y="1749515"/>
            <a:ext cx="5111156" cy="1815882"/>
          </a:xfrm>
          <a:prstGeom prst="rect">
            <a:avLst/>
          </a:prstGeom>
          <a:ln w="28575">
            <a:solidFill>
              <a:schemeClr val="tx1"/>
            </a:solidFill>
          </a:ln>
        </p:spPr>
        <p:txBody>
          <a:bodyPr wrap="square" rtlCol="0">
            <a:spAutoFit/>
          </a:bodyPr>
          <a:lstStyle/>
          <a:p>
            <a:pPr algn="l"/>
            <a:r>
              <a:rPr lang="zh-CN" altLang="en-US" sz="2800" dirty="0">
                <a:latin typeface="Arial" panose="020B0604020202020204" pitchFamily="34" charset="0"/>
                <a:cs typeface="Arial" panose="020B0604020202020204" pitchFamily="34" charset="0"/>
              </a:rPr>
              <a:t>国际院项目组</a:t>
            </a:r>
            <a:endParaRPr lang="en-US" altLang="zh-CN" sz="2800" dirty="0">
              <a:latin typeface="Arial" panose="020B0604020202020204" pitchFamily="34" charset="0"/>
              <a:cs typeface="Arial" panose="020B0604020202020204" pitchFamily="34" charset="0"/>
            </a:endParaRPr>
          </a:p>
          <a:p>
            <a:pPr algn="l"/>
            <a:r>
              <a:rPr lang="zh-CN" altLang="en-US" sz="2800" dirty="0">
                <a:latin typeface="Arial" panose="020B0604020202020204" pitchFamily="34" charset="0"/>
                <a:cs typeface="Arial" panose="020B0604020202020204" pitchFamily="34" charset="0"/>
              </a:rPr>
              <a:t>项目组长：李训猛</a:t>
            </a:r>
            <a:endParaRPr lang="en-US" altLang="zh-CN" sz="2800" dirty="0">
              <a:latin typeface="Arial" panose="020B0604020202020204" pitchFamily="34" charset="0"/>
              <a:cs typeface="Arial" panose="020B0604020202020204" pitchFamily="34" charset="0"/>
            </a:endParaRPr>
          </a:p>
          <a:p>
            <a:pPr algn="l"/>
            <a:r>
              <a:rPr lang="zh-CN" altLang="en-US" sz="2800" dirty="0">
                <a:latin typeface="Arial" panose="020B0604020202020204" pitchFamily="34" charset="0"/>
                <a:cs typeface="Arial" panose="020B0604020202020204" pitchFamily="34" charset="0"/>
              </a:rPr>
              <a:t>项目总监：盛建安</a:t>
            </a:r>
            <a:endParaRPr lang="en-US" altLang="zh-CN" sz="2800" dirty="0">
              <a:latin typeface="Arial" panose="020B0604020202020204" pitchFamily="34" charset="0"/>
              <a:cs typeface="Arial" panose="020B0604020202020204" pitchFamily="34" charset="0"/>
            </a:endParaRPr>
          </a:p>
          <a:p>
            <a:pPr algn="l"/>
            <a:r>
              <a:rPr lang="zh-CN" altLang="en-US" sz="2800" dirty="0">
                <a:latin typeface="Arial" panose="020B0604020202020204" pitchFamily="34" charset="0"/>
                <a:cs typeface="Arial" panose="020B0604020202020204" pitchFamily="34" charset="0"/>
              </a:rPr>
              <a:t>软件总工：应荣恩</a:t>
            </a:r>
          </a:p>
        </p:txBody>
      </p:sp>
      <p:cxnSp>
        <p:nvCxnSpPr>
          <p:cNvPr id="17" name="直接箭头连接符 16"/>
          <p:cNvCxnSpPr/>
          <p:nvPr/>
        </p:nvCxnSpPr>
        <p:spPr>
          <a:xfrm flipH="1" flipV="1">
            <a:off x="11485135" y="3709631"/>
            <a:ext cx="0" cy="733122"/>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18" name="标题 1"/>
          <p:cNvSpPr txBox="1"/>
          <p:nvPr/>
        </p:nvSpPr>
        <p:spPr>
          <a:xfrm>
            <a:off x="1396465" y="835560"/>
            <a:ext cx="21029831" cy="1013790"/>
          </a:xfrm>
          <a:prstGeom prst="rect">
            <a:avLst/>
          </a:prstGeom>
        </p:spPr>
        <p:txBody>
          <a:bodyPr>
            <a:noAutofit/>
          </a:bodyPr>
          <a:lstStyle>
            <a:lvl1pPr algn="l" defTabSz="1828800" rtl="0" eaLnBrk="1" latinLnBrk="0" hangingPunct="1">
              <a:lnSpc>
                <a:spcPct val="100000"/>
              </a:lnSpc>
              <a:spcBef>
                <a:spcPct val="0"/>
              </a:spcBef>
              <a:buNone/>
              <a:defRPr sz="5400" kern="1200" spc="0" baseline="0">
                <a:solidFill>
                  <a:schemeClr val="tx1"/>
                </a:solidFill>
                <a:latin typeface="+mj-lt"/>
                <a:ea typeface="+mj-ea"/>
                <a:cs typeface="+mj-cs"/>
              </a:defRPr>
            </a:lvl1pPr>
          </a:lstStyle>
          <a:p>
            <a:r>
              <a:rPr lang="en-US" altLang="zh-CN" dirty="0"/>
              <a:t>6 </a:t>
            </a:r>
            <a:r>
              <a:rPr lang="zh-CN" altLang="en-US" dirty="0"/>
              <a:t>项目会议</a:t>
            </a:r>
            <a:r>
              <a:rPr lang="en-US" altLang="zh-CN" dirty="0"/>
              <a:t>&amp;</a:t>
            </a:r>
            <a:r>
              <a:rPr lang="zh-CN" altLang="en-US" dirty="0"/>
              <a:t>升级机制</a:t>
            </a:r>
          </a:p>
        </p:txBody>
      </p:sp>
      <p:sp>
        <p:nvSpPr>
          <p:cNvPr id="19" name="文本框 18"/>
          <p:cNvSpPr txBox="1"/>
          <p:nvPr/>
        </p:nvSpPr>
        <p:spPr>
          <a:xfrm>
            <a:off x="9225325" y="7312539"/>
            <a:ext cx="5111159" cy="1815882"/>
          </a:xfrm>
          <a:prstGeom prst="rect">
            <a:avLst/>
          </a:prstGeom>
          <a:ln w="28575">
            <a:solidFill>
              <a:schemeClr val="tx1"/>
            </a:solidFill>
          </a:ln>
        </p:spPr>
        <p:txBody>
          <a:bodyPr wrap="square" rtlCol="0">
            <a:spAutoFit/>
          </a:bodyPr>
          <a:lstStyle/>
          <a:p>
            <a:r>
              <a:rPr lang="en-US" altLang="zh-CN" sz="2800" dirty="0">
                <a:latin typeface="Arial" panose="020B0604020202020204" pitchFamily="34" charset="0"/>
                <a:cs typeface="Arial" panose="020B0604020202020204" pitchFamily="34" charset="0"/>
              </a:rPr>
              <a:t>ECARX</a:t>
            </a:r>
            <a:r>
              <a:rPr lang="zh-CN" altLang="en-US" sz="2800" dirty="0">
                <a:latin typeface="Arial" panose="020B0604020202020204" pitchFamily="34" charset="0"/>
                <a:cs typeface="Arial" panose="020B0604020202020204" pitchFamily="34" charset="0"/>
              </a:rPr>
              <a:t>交付团队</a:t>
            </a:r>
            <a:endParaRPr lang="en-US" altLang="zh-CN" sz="28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项目经理：童昌杰 </a:t>
            </a:r>
            <a:r>
              <a:rPr lang="en-US" altLang="zh-CN" sz="2800" dirty="0">
                <a:latin typeface="Arial" panose="020B0604020202020204" pitchFamily="34" charset="0"/>
                <a:cs typeface="Arial" panose="020B0604020202020204" pitchFamily="34" charset="0"/>
              </a:rPr>
              <a:t>SPM</a:t>
            </a:r>
            <a:r>
              <a:rPr lang="zh-CN" altLang="en-US" sz="2800" dirty="0">
                <a:latin typeface="Arial" panose="020B0604020202020204" pitchFamily="34" charset="0"/>
                <a:cs typeface="Arial" panose="020B0604020202020204" pitchFamily="34" charset="0"/>
              </a:rPr>
              <a:t>：王岩</a:t>
            </a:r>
            <a:endParaRPr lang="en-US" altLang="zh-CN" sz="28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项目总监：叶晓璐</a:t>
            </a:r>
          </a:p>
          <a:p>
            <a:r>
              <a:rPr lang="zh-CN" altLang="en-US" sz="2800" dirty="0">
                <a:latin typeface="Arial" panose="020B0604020202020204" pitchFamily="34" charset="0"/>
                <a:cs typeface="Arial" panose="020B0604020202020204" pitchFamily="34" charset="0"/>
              </a:rPr>
              <a:t>项目总负责人：刘晓龙</a:t>
            </a:r>
            <a:endParaRPr lang="en-US" altLang="zh-CN" sz="2800" dirty="0">
              <a:latin typeface="Arial" panose="020B0604020202020204" pitchFamily="34" charset="0"/>
              <a:cs typeface="Arial" panose="020B0604020202020204" pitchFamily="34" charset="0"/>
            </a:endParaRPr>
          </a:p>
        </p:txBody>
      </p:sp>
      <p:sp>
        <p:nvSpPr>
          <p:cNvPr id="21" name="文本框 20"/>
          <p:cNvSpPr txBox="1"/>
          <p:nvPr/>
        </p:nvSpPr>
        <p:spPr>
          <a:xfrm>
            <a:off x="1504019" y="11811009"/>
            <a:ext cx="3545842" cy="1384995"/>
          </a:xfrm>
          <a:prstGeom prst="rect">
            <a:avLst/>
          </a:prstGeom>
          <a:ln w="28575">
            <a:solidFill>
              <a:schemeClr val="tx1"/>
            </a:solidFill>
          </a:ln>
        </p:spPr>
        <p:txBody>
          <a:bodyPr wrap="square" rtlCol="0">
            <a:spAutoFit/>
          </a:bodyPr>
          <a:lstStyle/>
          <a:p>
            <a:pPr algn="l"/>
            <a:r>
              <a:rPr lang="zh-CN" altLang="en-US" sz="2800" dirty="0">
                <a:latin typeface="Arial" panose="020B0604020202020204" pitchFamily="34" charset="0"/>
                <a:cs typeface="Arial" panose="020B0604020202020204" pitchFamily="34" charset="0"/>
              </a:rPr>
              <a:t>车控模块：田朋伟</a:t>
            </a:r>
            <a:endParaRPr lang="en-US" altLang="zh-CN" sz="2800" dirty="0">
              <a:latin typeface="Arial" panose="020B0604020202020204" pitchFamily="34" charset="0"/>
              <a:cs typeface="Arial" panose="020B0604020202020204" pitchFamily="34" charset="0"/>
            </a:endParaRPr>
          </a:p>
          <a:p>
            <a:pPr algn="l"/>
            <a:r>
              <a:rPr lang="zh-CN" altLang="en-US" sz="2800" dirty="0">
                <a:latin typeface="Arial" panose="020B0604020202020204" pitchFamily="34" charset="0"/>
                <a:cs typeface="Arial" panose="020B0604020202020204" pitchFamily="34" charset="0"/>
              </a:rPr>
              <a:t>研发中心</a:t>
            </a:r>
            <a:r>
              <a:rPr lang="en-US" altLang="zh-CN" sz="2800" dirty="0">
                <a:latin typeface="Arial" panose="020B0604020202020204" pitchFamily="34" charset="0"/>
                <a:cs typeface="Arial" panose="020B0604020202020204" pitchFamily="34" charset="0"/>
              </a:rPr>
              <a:t>Leader</a:t>
            </a:r>
            <a:r>
              <a:rPr lang="zh-CN" altLang="en-US" sz="2800" dirty="0">
                <a:latin typeface="Arial" panose="020B0604020202020204" pitchFamily="34" charset="0"/>
                <a:cs typeface="Arial" panose="020B0604020202020204" pitchFamily="34" charset="0"/>
              </a:rPr>
              <a:t>：李恒</a:t>
            </a:r>
          </a:p>
        </p:txBody>
      </p:sp>
      <p:sp>
        <p:nvSpPr>
          <p:cNvPr id="22" name="文本框 21"/>
          <p:cNvSpPr txBox="1"/>
          <p:nvPr/>
        </p:nvSpPr>
        <p:spPr>
          <a:xfrm>
            <a:off x="12224932" y="11811009"/>
            <a:ext cx="3816732" cy="1384995"/>
          </a:xfrm>
          <a:prstGeom prst="rect">
            <a:avLst/>
          </a:prstGeom>
          <a:ln w="28575">
            <a:solidFill>
              <a:schemeClr val="tx1"/>
            </a:solidFill>
          </a:ln>
        </p:spPr>
        <p:txBody>
          <a:bodyPr wrap="square" rtlCol="0">
            <a:spAutoFit/>
          </a:bodyPr>
          <a:lstStyle/>
          <a:p>
            <a:pPr algn="l"/>
            <a:r>
              <a:rPr lang="en-US" altLang="zh-CN" sz="2800" dirty="0">
                <a:latin typeface="Arial" panose="020B0604020202020204" pitchFamily="34" charset="0"/>
                <a:cs typeface="Arial" panose="020B0604020202020204" pitchFamily="34" charset="0"/>
              </a:rPr>
              <a:t>AVM</a:t>
            </a:r>
            <a:r>
              <a:rPr lang="zh-CN" altLang="en-US" sz="2800" dirty="0">
                <a:latin typeface="Arial" panose="020B0604020202020204" pitchFamily="34" charset="0"/>
                <a:cs typeface="Arial" panose="020B0604020202020204" pitchFamily="34" charset="0"/>
              </a:rPr>
              <a:t>：丁柯嘉</a:t>
            </a:r>
            <a:endParaRPr lang="en-US" altLang="zh-CN" sz="28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研发中心</a:t>
            </a:r>
            <a:r>
              <a:rPr lang="en-US" altLang="zh-CN" sz="2800" dirty="0">
                <a:latin typeface="Arial" panose="020B0604020202020204" pitchFamily="34" charset="0"/>
                <a:cs typeface="Arial" panose="020B0604020202020204" pitchFamily="34" charset="0"/>
              </a:rPr>
              <a:t>Leader </a:t>
            </a:r>
            <a:r>
              <a:rPr lang="zh-CN" altLang="en-US" sz="2800" dirty="0">
                <a:latin typeface="Arial" panose="020B0604020202020204" pitchFamily="34" charset="0"/>
                <a:cs typeface="Arial" panose="020B0604020202020204" pitchFamily="34" charset="0"/>
              </a:rPr>
              <a:t>：王荫</a:t>
            </a:r>
          </a:p>
        </p:txBody>
      </p:sp>
      <p:sp>
        <p:nvSpPr>
          <p:cNvPr id="25" name="文本框 24"/>
          <p:cNvSpPr txBox="1"/>
          <p:nvPr/>
        </p:nvSpPr>
        <p:spPr>
          <a:xfrm>
            <a:off x="7148162" y="11811009"/>
            <a:ext cx="3816731" cy="1384995"/>
          </a:xfrm>
          <a:prstGeom prst="rect">
            <a:avLst/>
          </a:prstGeom>
          <a:ln w="28575">
            <a:solidFill>
              <a:schemeClr val="tx1"/>
            </a:solidFill>
          </a:ln>
        </p:spPr>
        <p:txBody>
          <a:bodyPr wrap="square" rtlCol="0">
            <a:spAutoFit/>
          </a:bodyPr>
          <a:lstStyle/>
          <a:p>
            <a:pPr algn="l"/>
            <a:r>
              <a:rPr lang="en-US" altLang="zh-CN" sz="2800" dirty="0">
                <a:latin typeface="Arial" panose="020B0604020202020204" pitchFamily="34" charset="0"/>
                <a:cs typeface="Arial" panose="020B0604020202020204" pitchFamily="34" charset="0"/>
              </a:rPr>
              <a:t>APP</a:t>
            </a:r>
            <a:r>
              <a:rPr lang="zh-CN" altLang="en-US" sz="2800" dirty="0">
                <a:latin typeface="Arial" panose="020B0604020202020204" pitchFamily="34" charset="0"/>
                <a:cs typeface="Arial" panose="020B0604020202020204" pitchFamily="34" charset="0"/>
              </a:rPr>
              <a:t>模块：王坤</a:t>
            </a:r>
            <a:r>
              <a:rPr lang="en-US" altLang="zh-CN" sz="2800" dirty="0">
                <a:latin typeface="Arial" panose="020B0604020202020204" pitchFamily="34" charset="0"/>
                <a:cs typeface="Arial" panose="020B0604020202020204" pitchFamily="34" charset="0"/>
              </a:rPr>
              <a:t>/</a:t>
            </a:r>
            <a:r>
              <a:rPr lang="zh-CN" altLang="en-US" sz="2800" dirty="0">
                <a:latin typeface="Arial" panose="020B0604020202020204" pitchFamily="34" charset="0"/>
                <a:cs typeface="Arial" panose="020B0604020202020204" pitchFamily="34" charset="0"/>
              </a:rPr>
              <a:t>贺雄</a:t>
            </a:r>
            <a:endParaRPr lang="en-US" altLang="zh-CN" sz="2800" dirty="0">
              <a:latin typeface="Arial" panose="020B0604020202020204" pitchFamily="34" charset="0"/>
              <a:cs typeface="Arial" panose="020B0604020202020204" pitchFamily="34" charset="0"/>
            </a:endParaRPr>
          </a:p>
          <a:p>
            <a:r>
              <a:rPr lang="zh-CN" altLang="en-US" sz="2800" dirty="0">
                <a:latin typeface="Arial" panose="020B0604020202020204" pitchFamily="34" charset="0"/>
                <a:cs typeface="Arial" panose="020B0604020202020204" pitchFamily="34" charset="0"/>
              </a:rPr>
              <a:t>研发中心</a:t>
            </a:r>
            <a:r>
              <a:rPr lang="en-US" altLang="zh-CN" sz="2800" dirty="0">
                <a:latin typeface="Arial" panose="020B0604020202020204" pitchFamily="34" charset="0"/>
                <a:cs typeface="Arial" panose="020B0604020202020204" pitchFamily="34" charset="0"/>
              </a:rPr>
              <a:t>Leader </a:t>
            </a:r>
            <a:r>
              <a:rPr lang="zh-CN" altLang="en-US" sz="2800" dirty="0">
                <a:latin typeface="Arial" panose="020B0604020202020204" pitchFamily="34" charset="0"/>
                <a:cs typeface="Arial" panose="020B0604020202020204" pitchFamily="34" charset="0"/>
              </a:rPr>
              <a:t>：章冀伟</a:t>
            </a:r>
          </a:p>
        </p:txBody>
      </p:sp>
      <p:cxnSp>
        <p:nvCxnSpPr>
          <p:cNvPr id="26" name="直接箭头连接符 25"/>
          <p:cNvCxnSpPr>
            <a:cxnSpLocks/>
          </p:cNvCxnSpPr>
          <p:nvPr/>
        </p:nvCxnSpPr>
        <p:spPr>
          <a:xfrm flipV="1">
            <a:off x="11613073" y="6668838"/>
            <a:ext cx="0" cy="626969"/>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p:cNvCxnSpPr>
          <p:nvPr/>
        </p:nvCxnSpPr>
        <p:spPr>
          <a:xfrm flipH="1">
            <a:off x="3086100" y="9111689"/>
            <a:ext cx="8399035" cy="257456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cxnSpLocks/>
            <a:stCxn id="19" idx="2"/>
          </p:cNvCxnSpPr>
          <p:nvPr/>
        </p:nvCxnSpPr>
        <p:spPr>
          <a:xfrm>
            <a:off x="11780905" y="9128421"/>
            <a:ext cx="5912523" cy="255783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cxnSpLocks/>
            <a:stCxn id="19" idx="2"/>
            <a:endCxn id="22" idx="0"/>
          </p:cNvCxnSpPr>
          <p:nvPr/>
        </p:nvCxnSpPr>
        <p:spPr>
          <a:xfrm>
            <a:off x="11780905" y="9128421"/>
            <a:ext cx="2352393" cy="2682588"/>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cxnSpLocks/>
            <a:endCxn id="25" idx="0"/>
          </p:cNvCxnSpPr>
          <p:nvPr/>
        </p:nvCxnSpPr>
        <p:spPr>
          <a:xfrm flipH="1">
            <a:off x="9056528" y="9134180"/>
            <a:ext cx="2428607" cy="2676829"/>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17288742" y="11687982"/>
            <a:ext cx="3816731" cy="1384995"/>
          </a:xfrm>
          <a:prstGeom prst="rect">
            <a:avLst/>
          </a:prstGeom>
          <a:ln w="28575">
            <a:solidFill>
              <a:schemeClr val="tx1"/>
            </a:solidFill>
          </a:ln>
        </p:spPr>
        <p:txBody>
          <a:bodyPr wrap="square" rtlCol="0">
            <a:spAutoFit/>
          </a:bodyPr>
          <a:lstStyle/>
          <a:p>
            <a:pPr algn="l"/>
            <a:r>
              <a:rPr lang="zh-CN" altLang="en-US" sz="2800" dirty="0">
                <a:latin typeface="Arial" panose="020B0604020202020204" pitchFamily="34" charset="0"/>
                <a:cs typeface="Arial" panose="020B0604020202020204" pitchFamily="34" charset="0"/>
              </a:rPr>
              <a:t>供应商：童昌杰</a:t>
            </a:r>
            <a:endParaRPr lang="en-US" altLang="zh-CN" sz="2800" dirty="0">
              <a:latin typeface="Arial" panose="020B0604020202020204" pitchFamily="34" charset="0"/>
              <a:cs typeface="Arial" panose="020B0604020202020204" pitchFamily="34" charset="0"/>
            </a:endParaRPr>
          </a:p>
          <a:p>
            <a:pPr algn="l"/>
            <a:r>
              <a:rPr lang="zh-CN" altLang="en-US" sz="2800" dirty="0">
                <a:latin typeface="Arial" panose="020B0604020202020204" pitchFamily="34" charset="0"/>
                <a:cs typeface="Arial" panose="020B0604020202020204" pitchFamily="34" charset="0"/>
              </a:rPr>
              <a:t>交付中心</a:t>
            </a:r>
            <a:r>
              <a:rPr lang="en-US" altLang="zh-CN" sz="2800" dirty="0">
                <a:latin typeface="Arial" panose="020B0604020202020204" pitchFamily="34" charset="0"/>
                <a:cs typeface="Arial" panose="020B0604020202020204" pitchFamily="34" charset="0"/>
              </a:rPr>
              <a:t>Leader</a:t>
            </a:r>
            <a:r>
              <a:rPr lang="zh-CN" altLang="en-US" sz="2800" dirty="0">
                <a:latin typeface="Arial" panose="020B0604020202020204" pitchFamily="34" charset="0"/>
                <a:cs typeface="Arial" panose="020B0604020202020204" pitchFamily="34" charset="0"/>
              </a:rPr>
              <a:t>：刘晓龙</a:t>
            </a:r>
          </a:p>
        </p:txBody>
      </p:sp>
      <p:cxnSp>
        <p:nvCxnSpPr>
          <p:cNvPr id="34" name="直接箭头连接符 33"/>
          <p:cNvCxnSpPr/>
          <p:nvPr/>
        </p:nvCxnSpPr>
        <p:spPr>
          <a:xfrm flipH="1">
            <a:off x="11166933" y="6668838"/>
            <a:ext cx="0" cy="68814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915904" y="6025637"/>
            <a:ext cx="7282543" cy="3108543"/>
          </a:xfrm>
          <a:prstGeom prst="rect">
            <a:avLst/>
          </a:prstGeom>
        </p:spPr>
        <p:txBody>
          <a:bodyPr wrap="square" rtlCol="0">
            <a:spAutoFit/>
          </a:bodyPr>
          <a:lstStyle/>
          <a:p>
            <a:pPr algn="l"/>
            <a:r>
              <a:rPr lang="zh-CN" altLang="en-US" sz="2800" dirty="0">
                <a:solidFill>
                  <a:srgbClr val="FF0000"/>
                </a:solidFill>
                <a:latin typeface="Arial" panose="020B0604020202020204" pitchFamily="34" charset="0"/>
                <a:cs typeface="Arial" panose="020B0604020202020204" pitchFamily="34" charset="0"/>
              </a:rPr>
              <a:t>项目内部周会</a:t>
            </a:r>
            <a:r>
              <a:rPr lang="zh-CN" altLang="en-US" sz="2800" dirty="0">
                <a:latin typeface="Arial" panose="020B0604020202020204" pitchFamily="34" charset="0"/>
                <a:cs typeface="Arial" panose="020B0604020202020204" pitchFamily="34" charset="0"/>
              </a:rPr>
              <a:t>： </a:t>
            </a:r>
            <a:r>
              <a:rPr lang="zh-CN" altLang="en-US" sz="2800" b="1" dirty="0">
                <a:latin typeface="Arial" panose="020B0604020202020204" pitchFamily="34" charset="0"/>
                <a:cs typeface="Arial" panose="020B0604020202020204" pitchFamily="34" charset="0"/>
              </a:rPr>
              <a:t>每周二</a:t>
            </a:r>
            <a:r>
              <a:rPr lang="en-US" altLang="zh-CN" sz="2800" b="1" dirty="0">
                <a:latin typeface="Arial" panose="020B0604020202020204" pitchFamily="34" charset="0"/>
                <a:cs typeface="Arial" panose="020B0604020202020204" pitchFamily="34" charset="0"/>
              </a:rPr>
              <a:t>13:30-14:30</a:t>
            </a:r>
          </a:p>
          <a:p>
            <a:r>
              <a:rPr lang="zh-CN" altLang="en-US" sz="2800" dirty="0">
                <a:latin typeface="Arial" panose="020B0604020202020204" pitchFamily="34" charset="0"/>
                <a:cs typeface="Arial" panose="020B0604020202020204" pitchFamily="34" charset="0"/>
              </a:rPr>
              <a:t>项目内部升级会：每周一</a:t>
            </a:r>
            <a:r>
              <a:rPr lang="en-US" altLang="zh-CN" sz="2800" dirty="0">
                <a:latin typeface="Arial" panose="020B0604020202020204" pitchFamily="34" charset="0"/>
                <a:cs typeface="Arial" panose="020B0604020202020204" pitchFamily="34" charset="0"/>
              </a:rPr>
              <a:t>9</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30-11</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30</a:t>
            </a:r>
          </a:p>
          <a:p>
            <a:r>
              <a:rPr lang="zh-CN" altLang="en-US" sz="2800" dirty="0">
                <a:latin typeface="Arial" panose="020B0604020202020204" pitchFamily="34" charset="0"/>
                <a:cs typeface="Arial" panose="020B0604020202020204" pitchFamily="34" charset="0"/>
              </a:rPr>
              <a:t>项目内部研发升级会：每周二</a:t>
            </a:r>
            <a:r>
              <a:rPr lang="en-US" altLang="zh-CN" sz="2800" dirty="0">
                <a:latin typeface="Arial" panose="020B0604020202020204" pitchFamily="34" charset="0"/>
                <a:cs typeface="Arial" panose="020B0604020202020204" pitchFamily="34" charset="0"/>
              </a:rPr>
              <a:t>13</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30-15</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00</a:t>
            </a:r>
          </a:p>
          <a:p>
            <a:pPr algn="l"/>
            <a:endParaRPr lang="en-US" altLang="zh-CN" sz="2800" dirty="0">
              <a:latin typeface="Arial" panose="020B0604020202020204" pitchFamily="34" charset="0"/>
              <a:cs typeface="Arial" panose="020B0604020202020204" pitchFamily="34" charset="0"/>
            </a:endParaRPr>
          </a:p>
          <a:p>
            <a:pPr algn="l"/>
            <a:r>
              <a:rPr lang="zh-CN" altLang="en-US" sz="2800" dirty="0">
                <a:solidFill>
                  <a:srgbClr val="FF0000"/>
                </a:solidFill>
                <a:latin typeface="Arial" panose="020B0604020202020204" pitchFamily="34" charset="0"/>
                <a:cs typeface="Arial" panose="020B0604020202020204" pitchFamily="34" charset="0"/>
              </a:rPr>
              <a:t>与研究院周例会</a:t>
            </a:r>
            <a:r>
              <a:rPr lang="zh-CN" altLang="en-US" sz="2800" dirty="0">
                <a:latin typeface="Arial" panose="020B0604020202020204" pitchFamily="34" charset="0"/>
                <a:cs typeface="Arial" panose="020B0604020202020204" pitchFamily="34" charset="0"/>
              </a:rPr>
              <a:t>：每周四</a:t>
            </a:r>
            <a:r>
              <a:rPr lang="en-US" altLang="zh-CN" sz="2800" dirty="0">
                <a:latin typeface="Arial" panose="020B0604020202020204" pitchFamily="34" charset="0"/>
                <a:cs typeface="Arial" panose="020B0604020202020204" pitchFamily="34" charset="0"/>
              </a:rPr>
              <a:t>14</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00-15</a:t>
            </a:r>
            <a:r>
              <a:rPr lang="zh-CN" altLang="en-US" sz="2800" dirty="0">
                <a:latin typeface="Arial" panose="020B0604020202020204" pitchFamily="34" charset="0"/>
                <a:cs typeface="Arial" panose="020B0604020202020204" pitchFamily="34" charset="0"/>
              </a:rPr>
              <a:t>：</a:t>
            </a:r>
            <a:r>
              <a:rPr lang="en-US" altLang="zh-CN" sz="2800" dirty="0">
                <a:latin typeface="Arial" panose="020B0604020202020204" pitchFamily="34" charset="0"/>
                <a:cs typeface="Arial" panose="020B0604020202020204" pitchFamily="34" charset="0"/>
              </a:rPr>
              <a:t>00</a:t>
            </a:r>
          </a:p>
          <a:p>
            <a:pPr algn="l"/>
            <a:r>
              <a:rPr lang="zh-CN" altLang="en-US" sz="2800" dirty="0">
                <a:latin typeface="Arial" panose="020B0604020202020204" pitchFamily="34" charset="0"/>
                <a:cs typeface="Arial" panose="020B0604020202020204" pitchFamily="34" charset="0"/>
              </a:rPr>
              <a:t>与研究院高层月度会： 每月</a:t>
            </a:r>
            <a:r>
              <a:rPr lang="en-US" altLang="zh-CN" sz="2800" dirty="0">
                <a:latin typeface="Arial" panose="020B0604020202020204" pitchFamily="34" charset="0"/>
                <a:cs typeface="Arial" panose="020B0604020202020204" pitchFamily="34" charset="0"/>
              </a:rPr>
              <a:t>1</a:t>
            </a:r>
            <a:r>
              <a:rPr lang="zh-CN" altLang="en-US" sz="2800" dirty="0">
                <a:latin typeface="Arial" panose="020B0604020202020204" pitchFamily="34" charset="0"/>
                <a:cs typeface="Arial" panose="020B0604020202020204" pitchFamily="34" charset="0"/>
              </a:rPr>
              <a:t>次</a:t>
            </a:r>
            <a:endParaRPr lang="en-US" altLang="zh-CN" sz="2800" dirty="0">
              <a:latin typeface="Arial" panose="020B0604020202020204" pitchFamily="34" charset="0"/>
              <a:cs typeface="Arial" panose="020B0604020202020204" pitchFamily="34" charset="0"/>
            </a:endParaRPr>
          </a:p>
          <a:p>
            <a:pPr algn="l"/>
            <a:endParaRPr lang="zh-CN" altLang="en-US" sz="2800" dirty="0">
              <a:latin typeface="Arial" panose="020B0604020202020204" pitchFamily="34" charset="0"/>
              <a:cs typeface="Arial" panose="020B0604020202020204" pitchFamily="34" charset="0"/>
            </a:endParaRPr>
          </a:p>
        </p:txBody>
      </p:sp>
      <p:sp>
        <p:nvSpPr>
          <p:cNvPr id="37" name="EayslinkWatermark"/>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9B235-1FF2-7011-3A9B-6FE1D0863E33}"/>
            </a:ext>
          </a:extLst>
        </p:cNvPr>
        <p:cNvGrpSpPr/>
        <p:nvPr/>
      </p:nvGrpSpPr>
      <p:grpSpPr>
        <a:xfrm>
          <a:off x="0" y="0"/>
          <a:ext cx="0" cy="0"/>
          <a:chOff x="0" y="0"/>
          <a:chExt cx="0" cy="0"/>
        </a:xfrm>
      </p:grpSpPr>
      <p:sp>
        <p:nvSpPr>
          <p:cNvPr id="81" name="EayslinkWatermark">
            <a:extLst>
              <a:ext uri="{FF2B5EF4-FFF2-40B4-BE49-F238E27FC236}">
                <a16:creationId xmlns:a16="http://schemas.microsoft.com/office/drawing/2014/main" id="{4BCF780F-DA63-DE69-651B-44C3570E033A}"/>
              </a:ext>
            </a:extLst>
          </p:cNvPr>
          <p:cNvSpPr>
            <a:spLocks noGrp="1" noSelect="1" noMove="1" noResize="1" noTextEdit="1"/>
          </p:cNvSpPr>
          <p:nvPr/>
        </p:nvSpPr>
        <p:spPr>
          <a:xfrm>
            <a:off x="76200" y="76200"/>
            <a:ext cx="1117600" cy="5207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标题 1">
            <a:extLst>
              <a:ext uri="{FF2B5EF4-FFF2-40B4-BE49-F238E27FC236}">
                <a16:creationId xmlns:a16="http://schemas.microsoft.com/office/drawing/2014/main" id="{44E29373-EC4C-6F89-DDBC-9D7078787245}"/>
              </a:ext>
            </a:extLst>
          </p:cNvPr>
          <p:cNvSpPr txBox="1"/>
          <p:nvPr/>
        </p:nvSpPr>
        <p:spPr>
          <a:xfrm>
            <a:off x="1396465" y="835560"/>
            <a:ext cx="21029831" cy="1013790"/>
          </a:xfrm>
          <a:prstGeom prst="rect">
            <a:avLst/>
          </a:prstGeom>
        </p:spPr>
        <p:txBody>
          <a:bodyPr>
            <a:noAutofit/>
          </a:bodyPr>
          <a:lstStyle>
            <a:lvl1pPr algn="l" defTabSz="1828800" rtl="0" eaLnBrk="1" latinLnBrk="0" hangingPunct="1">
              <a:lnSpc>
                <a:spcPct val="100000"/>
              </a:lnSpc>
              <a:spcBef>
                <a:spcPct val="0"/>
              </a:spcBef>
              <a:buNone/>
              <a:defRPr sz="5400" kern="1200" spc="0" baseline="0">
                <a:solidFill>
                  <a:schemeClr val="tx1"/>
                </a:solidFill>
                <a:latin typeface="+mj-lt"/>
                <a:ea typeface="+mj-ea"/>
                <a:cs typeface="+mj-cs"/>
              </a:defRPr>
            </a:lvl1pPr>
          </a:lstStyle>
          <a:p>
            <a:r>
              <a:rPr lang="en-US" altLang="zh-CN" dirty="0">
                <a:solidFill>
                  <a:srgbClr val="333F48"/>
                </a:solidFill>
                <a:latin typeface="Arial"/>
                <a:ea typeface="黑体" panose="02010609060101010101" pitchFamily="49" charset="-122"/>
              </a:rPr>
              <a:t>7 </a:t>
            </a:r>
            <a:r>
              <a:rPr lang="zh-CN" altLang="en-US" dirty="0">
                <a:solidFill>
                  <a:srgbClr val="333F48"/>
                </a:solidFill>
                <a:latin typeface="Arial"/>
                <a:ea typeface="黑体" panose="02010609060101010101" pitchFamily="49" charset="-122"/>
              </a:rPr>
              <a:t>近期重点工作</a:t>
            </a:r>
          </a:p>
        </p:txBody>
      </p:sp>
      <p:graphicFrame>
        <p:nvGraphicFramePr>
          <p:cNvPr id="5" name="表格 4">
            <a:extLst>
              <a:ext uri="{FF2B5EF4-FFF2-40B4-BE49-F238E27FC236}">
                <a16:creationId xmlns:a16="http://schemas.microsoft.com/office/drawing/2014/main" id="{904EEA8D-A9BB-8E65-6591-C68AEA929F61}"/>
              </a:ext>
            </a:extLst>
          </p:cNvPr>
          <p:cNvGraphicFramePr>
            <a:graphicFrameLocks noGrp="1"/>
          </p:cNvGraphicFramePr>
          <p:nvPr>
            <p:extLst>
              <p:ext uri="{D42A27DB-BD31-4B8C-83A1-F6EECF244321}">
                <p14:modId xmlns:p14="http://schemas.microsoft.com/office/powerpoint/2010/main" val="295408473"/>
              </p:ext>
            </p:extLst>
          </p:nvPr>
        </p:nvGraphicFramePr>
        <p:xfrm>
          <a:off x="3125568" y="2248939"/>
          <a:ext cx="17571623" cy="9218122"/>
        </p:xfrm>
        <a:graphic>
          <a:graphicData uri="http://schemas.openxmlformats.org/drawingml/2006/table">
            <a:tbl>
              <a:tblPr firstRow="1" bandRow="1">
                <a:tableStyleId>{5C22544A-7EE6-4342-B048-85BDC9FD1C3A}</a:tableStyleId>
              </a:tblPr>
              <a:tblGrid>
                <a:gridCol w="1562082">
                  <a:extLst>
                    <a:ext uri="{9D8B030D-6E8A-4147-A177-3AD203B41FA5}">
                      <a16:colId xmlns:a16="http://schemas.microsoft.com/office/drawing/2014/main" val="917444914"/>
                    </a:ext>
                  </a:extLst>
                </a:gridCol>
                <a:gridCol w="5466567">
                  <a:extLst>
                    <a:ext uri="{9D8B030D-6E8A-4147-A177-3AD203B41FA5}">
                      <a16:colId xmlns:a16="http://schemas.microsoft.com/office/drawing/2014/main" val="2929701120"/>
                    </a:ext>
                  </a:extLst>
                </a:gridCol>
                <a:gridCol w="3955909">
                  <a:extLst>
                    <a:ext uri="{9D8B030D-6E8A-4147-A177-3AD203B41FA5}">
                      <a16:colId xmlns:a16="http://schemas.microsoft.com/office/drawing/2014/main" val="463953976"/>
                    </a:ext>
                  </a:extLst>
                </a:gridCol>
                <a:gridCol w="3072741">
                  <a:extLst>
                    <a:ext uri="{9D8B030D-6E8A-4147-A177-3AD203B41FA5}">
                      <a16:colId xmlns:a16="http://schemas.microsoft.com/office/drawing/2014/main" val="602124848"/>
                    </a:ext>
                  </a:extLst>
                </a:gridCol>
                <a:gridCol w="3514324">
                  <a:extLst>
                    <a:ext uri="{9D8B030D-6E8A-4147-A177-3AD203B41FA5}">
                      <a16:colId xmlns:a16="http://schemas.microsoft.com/office/drawing/2014/main" val="3720443705"/>
                    </a:ext>
                  </a:extLst>
                </a:gridCol>
              </a:tblGrid>
              <a:tr h="720432">
                <a:tc>
                  <a:txBody>
                    <a:bodyPr/>
                    <a:lstStyle/>
                    <a:p>
                      <a:pPr algn="ctr"/>
                      <a:r>
                        <a:rPr lang="zh-CN" altLang="en-US" sz="2000" dirty="0"/>
                        <a:t>序号</a:t>
                      </a:r>
                    </a:p>
                  </a:txBody>
                  <a:tcPr/>
                </a:tc>
                <a:tc>
                  <a:txBody>
                    <a:bodyPr/>
                    <a:lstStyle/>
                    <a:p>
                      <a:pPr algn="ctr"/>
                      <a:r>
                        <a:rPr lang="zh-CN" altLang="en-US" sz="2000" dirty="0"/>
                        <a:t>事项</a:t>
                      </a:r>
                    </a:p>
                  </a:txBody>
                  <a:tcPr/>
                </a:tc>
                <a:tc>
                  <a:txBody>
                    <a:bodyPr/>
                    <a:lstStyle/>
                    <a:p>
                      <a:pPr algn="ctr"/>
                      <a:r>
                        <a:rPr lang="zh-CN" altLang="en-US" sz="2000" dirty="0"/>
                        <a:t>责任人</a:t>
                      </a:r>
                    </a:p>
                  </a:txBody>
                  <a:tcPr/>
                </a:tc>
                <a:tc>
                  <a:txBody>
                    <a:bodyPr/>
                    <a:lstStyle/>
                    <a:p>
                      <a:pPr algn="ctr"/>
                      <a:r>
                        <a:rPr lang="zh-CN" altLang="en-US" sz="2000" dirty="0"/>
                        <a:t>目标完成时间</a:t>
                      </a:r>
                    </a:p>
                  </a:txBody>
                  <a:tcPr/>
                </a:tc>
                <a:tc>
                  <a:txBody>
                    <a:bodyPr/>
                    <a:lstStyle/>
                    <a:p>
                      <a:pPr algn="ctr"/>
                      <a:r>
                        <a:rPr lang="zh-CN" altLang="en-US" sz="2000" dirty="0"/>
                        <a:t>备注</a:t>
                      </a:r>
                    </a:p>
                  </a:txBody>
                  <a:tcPr/>
                </a:tc>
                <a:extLst>
                  <a:ext uri="{0D108BD9-81ED-4DB2-BD59-A6C34878D82A}">
                    <a16:rowId xmlns:a16="http://schemas.microsoft.com/office/drawing/2014/main" val="3127940266"/>
                  </a:ext>
                </a:extLst>
              </a:tr>
              <a:tr h="1169054">
                <a:tc>
                  <a:txBody>
                    <a:bodyPr/>
                    <a:lstStyle/>
                    <a:p>
                      <a:pPr algn="ctr"/>
                      <a:r>
                        <a:rPr lang="en-US" altLang="zh-CN" sz="2000" dirty="0"/>
                        <a:t>1</a:t>
                      </a:r>
                      <a:endParaRPr lang="zh-CN" altLang="en-US" sz="2000" dirty="0"/>
                    </a:p>
                  </a:txBody>
                  <a:tcPr>
                    <a:solidFill>
                      <a:schemeClr val="tx2">
                        <a:lumMod val="20000"/>
                        <a:lumOff val="80000"/>
                      </a:schemeClr>
                    </a:solidFill>
                  </a:tcPr>
                </a:tc>
                <a:tc>
                  <a:txBody>
                    <a:bodyPr/>
                    <a:lstStyle/>
                    <a:p>
                      <a:r>
                        <a:rPr lang="zh-CN" altLang="en-US" sz="2000" dirty="0">
                          <a:latin typeface="Arial" panose="020B0604020202020204" pitchFamily="34" charset="0"/>
                          <a:cs typeface="Arial" panose="020B0604020202020204" pitchFamily="34" charset="0"/>
                        </a:rPr>
                        <a:t>完成供应商技术交流，发起采购流程，保证供应商启动开发工作；</a:t>
                      </a:r>
                      <a:endParaRPr lang="zh-CN" altLang="en-US" sz="2000" dirty="0"/>
                    </a:p>
                  </a:txBody>
                  <a:tcPr>
                    <a:solidFill>
                      <a:schemeClr val="tx2">
                        <a:lumMod val="20000"/>
                        <a:lumOff val="80000"/>
                      </a:schemeClr>
                    </a:solidFill>
                  </a:tcPr>
                </a:tc>
                <a:tc>
                  <a:txBody>
                    <a:bodyPr/>
                    <a:lstStyle/>
                    <a:p>
                      <a:r>
                        <a:rPr lang="zh-CN" altLang="en-US" sz="2000" dirty="0"/>
                        <a:t>童昌杰</a:t>
                      </a:r>
                      <a:r>
                        <a:rPr lang="en-US" altLang="zh-CN" sz="2000" dirty="0"/>
                        <a:t>/</a:t>
                      </a:r>
                      <a:r>
                        <a:rPr lang="zh-CN" altLang="en-US" sz="2000" dirty="0"/>
                        <a:t>采购</a:t>
                      </a:r>
                      <a:r>
                        <a:rPr lang="en-US" altLang="zh-CN" sz="2000" dirty="0"/>
                        <a:t>/</a:t>
                      </a:r>
                      <a:r>
                        <a:rPr lang="zh-CN" altLang="en-US" sz="2000" dirty="0"/>
                        <a:t>技术栈负责人</a:t>
                      </a:r>
                    </a:p>
                  </a:txBody>
                  <a:tcPr>
                    <a:solidFill>
                      <a:schemeClr val="tx2">
                        <a:lumMod val="20000"/>
                        <a:lumOff val="80000"/>
                      </a:schemeClr>
                    </a:solidFill>
                  </a:tcPr>
                </a:tc>
                <a:tc>
                  <a:txBody>
                    <a:bodyPr/>
                    <a:lstStyle/>
                    <a:p>
                      <a:pPr algn="ctr"/>
                      <a:r>
                        <a:rPr lang="en-US" altLang="zh-CN" sz="2000" dirty="0"/>
                        <a:t>10/15</a:t>
                      </a:r>
                      <a:endParaRPr lang="zh-CN" altLang="en-US" sz="2000" dirty="0"/>
                    </a:p>
                  </a:txBody>
                  <a:tcPr>
                    <a:solidFill>
                      <a:schemeClr val="tx2">
                        <a:lumMod val="20000"/>
                        <a:lumOff val="80000"/>
                      </a:schemeClr>
                    </a:solidFill>
                  </a:tcPr>
                </a:tc>
                <a:tc>
                  <a:txBody>
                    <a:bodyPr/>
                    <a:lstStyle/>
                    <a:p>
                      <a:endParaRPr lang="zh-CN" altLang="en-US" sz="2000" dirty="0"/>
                    </a:p>
                  </a:txBody>
                  <a:tcPr>
                    <a:solidFill>
                      <a:schemeClr val="tx2">
                        <a:lumMod val="20000"/>
                        <a:lumOff val="80000"/>
                      </a:schemeClr>
                    </a:solidFill>
                  </a:tcPr>
                </a:tc>
                <a:extLst>
                  <a:ext uri="{0D108BD9-81ED-4DB2-BD59-A6C34878D82A}">
                    <a16:rowId xmlns:a16="http://schemas.microsoft.com/office/drawing/2014/main" val="1816322249"/>
                  </a:ext>
                </a:extLst>
              </a:tr>
              <a:tr h="1046948">
                <a:tc>
                  <a:txBody>
                    <a:bodyPr/>
                    <a:lstStyle/>
                    <a:p>
                      <a:pPr algn="ctr"/>
                      <a:r>
                        <a:rPr lang="en-US" altLang="zh-CN" sz="2000" dirty="0"/>
                        <a:t>2</a:t>
                      </a:r>
                      <a:endParaRPr lang="zh-CN" altLang="en-US" sz="2000" dirty="0"/>
                    </a:p>
                  </a:txBody>
                  <a:tcPr>
                    <a:solidFill>
                      <a:schemeClr val="tx2">
                        <a:lumMod val="20000"/>
                        <a:lumOff val="80000"/>
                      </a:schemeClr>
                    </a:solidFill>
                  </a:tcPr>
                </a:tc>
                <a:tc>
                  <a:txBody>
                    <a:bodyPr/>
                    <a:lstStyle/>
                    <a:p>
                      <a:r>
                        <a:rPr lang="zh-CN" altLang="en-US" sz="2000" dirty="0">
                          <a:latin typeface="Arial" panose="020B0604020202020204" pitchFamily="34" charset="0"/>
                          <a:cs typeface="Arial" panose="020B0604020202020204" pitchFamily="34" charset="0"/>
                        </a:rPr>
                        <a:t>梳理研发测试周边件清单需求，进行调拨或者采购；</a:t>
                      </a:r>
                    </a:p>
                    <a:p>
                      <a:r>
                        <a:rPr lang="zh-CN" altLang="en-US" sz="2000" dirty="0">
                          <a:latin typeface="Arial" panose="020B0604020202020204" pitchFamily="34" charset="0"/>
                          <a:cs typeface="Arial" panose="020B0604020202020204" pitchFamily="34" charset="0"/>
                        </a:rPr>
                        <a:t>梳理测试车辆需求；</a:t>
                      </a:r>
                      <a:endParaRPr lang="en-US" altLang="zh-CN" sz="2000" dirty="0">
                        <a:latin typeface="Arial" panose="020B0604020202020204" pitchFamily="34" charset="0"/>
                        <a:cs typeface="Arial" panose="020B0604020202020204" pitchFamily="34" charset="0"/>
                      </a:endParaRPr>
                    </a:p>
                  </a:txBody>
                  <a:tcPr>
                    <a:solidFill>
                      <a:schemeClr val="tx2">
                        <a:lumMod val="20000"/>
                        <a:lumOff val="80000"/>
                      </a:schemeClr>
                    </a:solidFill>
                  </a:tcPr>
                </a:tc>
                <a:tc>
                  <a:txBody>
                    <a:bodyPr/>
                    <a:lstStyle/>
                    <a:p>
                      <a:r>
                        <a:rPr lang="zh-CN" altLang="en-US" sz="2000" dirty="0"/>
                        <a:t>童昌杰</a:t>
                      </a:r>
                    </a:p>
                  </a:txBody>
                  <a:tcPr>
                    <a:solidFill>
                      <a:schemeClr val="tx2">
                        <a:lumMod val="20000"/>
                        <a:lumOff val="80000"/>
                      </a:schemeClr>
                    </a:solidFill>
                  </a:tcPr>
                </a:tc>
                <a:tc>
                  <a:txBody>
                    <a:bodyPr/>
                    <a:lstStyle/>
                    <a:p>
                      <a:pPr algn="ctr"/>
                      <a:r>
                        <a:rPr lang="en-US" altLang="zh-CN" sz="2000" dirty="0"/>
                        <a:t>10/20</a:t>
                      </a:r>
                      <a:endParaRPr lang="zh-CN" altLang="en-US" sz="2000" dirty="0"/>
                    </a:p>
                  </a:txBody>
                  <a:tcPr>
                    <a:solidFill>
                      <a:schemeClr val="tx2">
                        <a:lumMod val="20000"/>
                        <a:lumOff val="80000"/>
                      </a:schemeClr>
                    </a:solidFill>
                  </a:tcPr>
                </a:tc>
                <a:tc>
                  <a:txBody>
                    <a:bodyPr/>
                    <a:lstStyle/>
                    <a:p>
                      <a:endParaRPr lang="zh-CN" altLang="en-US" sz="2000" dirty="0"/>
                    </a:p>
                  </a:txBody>
                  <a:tcPr>
                    <a:solidFill>
                      <a:schemeClr val="tx2">
                        <a:lumMod val="20000"/>
                        <a:lumOff val="80000"/>
                      </a:schemeClr>
                    </a:solidFill>
                  </a:tcPr>
                </a:tc>
                <a:extLst>
                  <a:ext uri="{0D108BD9-81ED-4DB2-BD59-A6C34878D82A}">
                    <a16:rowId xmlns:a16="http://schemas.microsoft.com/office/drawing/2014/main" val="2484728372"/>
                  </a:ext>
                </a:extLst>
              </a:tr>
              <a:tr h="1046948">
                <a:tc>
                  <a:txBody>
                    <a:bodyPr/>
                    <a:lstStyle/>
                    <a:p>
                      <a:pPr algn="ctr"/>
                      <a:r>
                        <a:rPr lang="en-US" altLang="zh-CN" sz="2000" dirty="0"/>
                        <a:t>3</a:t>
                      </a:r>
                      <a:endParaRPr lang="zh-CN" altLang="en-US" sz="2000" dirty="0"/>
                    </a:p>
                  </a:txBody>
                  <a:tcPr>
                    <a:solidFill>
                      <a:schemeClr val="tx2">
                        <a:lumMod val="20000"/>
                        <a:lumOff val="80000"/>
                      </a:schemeClr>
                    </a:solidFill>
                  </a:tcPr>
                </a:tc>
                <a:tc>
                  <a:txBody>
                    <a:bodyPr/>
                    <a:lstStyle/>
                    <a:p>
                      <a:r>
                        <a:rPr lang="zh-CN" altLang="en-US" sz="2000" dirty="0">
                          <a:latin typeface="Arial" panose="020B0604020202020204" pitchFamily="34" charset="0"/>
                          <a:cs typeface="Arial" panose="020B0604020202020204" pitchFamily="34" charset="0"/>
                        </a:rPr>
                        <a:t>完成需求讲解，需求上</a:t>
                      </a:r>
                      <a:r>
                        <a:rPr lang="en-US" altLang="zh-CN" sz="2000" dirty="0">
                          <a:latin typeface="Arial" panose="020B0604020202020204" pitchFamily="34" charset="0"/>
                          <a:cs typeface="Arial" panose="020B0604020202020204" pitchFamily="34" charset="0"/>
                        </a:rPr>
                        <a:t>JIRA</a:t>
                      </a:r>
                      <a:r>
                        <a:rPr lang="zh-CN" altLang="en-US" sz="2000" dirty="0">
                          <a:latin typeface="Arial" panose="020B0604020202020204" pitchFamily="34" charset="0"/>
                          <a:cs typeface="Arial" panose="020B0604020202020204" pitchFamily="34" charset="0"/>
                        </a:rPr>
                        <a:t>系统，导入内部开发团队； </a:t>
                      </a:r>
                      <a:endParaRPr lang="zh-CN" altLang="en-US" sz="2000" dirty="0"/>
                    </a:p>
                  </a:txBody>
                  <a:tcPr>
                    <a:solidFill>
                      <a:schemeClr val="tx2">
                        <a:lumMod val="20000"/>
                        <a:lumOff val="80000"/>
                      </a:schemeClr>
                    </a:solidFill>
                  </a:tcPr>
                </a:tc>
                <a:tc>
                  <a:txBody>
                    <a:bodyPr/>
                    <a:lstStyle/>
                    <a:p>
                      <a:r>
                        <a:rPr lang="zh-CN" altLang="en-US" sz="2000" dirty="0"/>
                        <a:t>李逸雯</a:t>
                      </a:r>
                      <a:r>
                        <a:rPr lang="en-US" altLang="zh-CN" sz="2000" dirty="0"/>
                        <a:t>&amp;</a:t>
                      </a:r>
                      <a:r>
                        <a:rPr lang="zh-CN" altLang="en-US" sz="2000" dirty="0"/>
                        <a:t>逄晓宇</a:t>
                      </a:r>
                    </a:p>
                  </a:txBody>
                  <a:tcPr>
                    <a:solidFill>
                      <a:schemeClr val="tx2">
                        <a:lumMod val="20000"/>
                        <a:lumOff val="80000"/>
                      </a:schemeClr>
                    </a:solidFill>
                  </a:tcPr>
                </a:tc>
                <a:tc>
                  <a:txBody>
                    <a:bodyPr/>
                    <a:lstStyle/>
                    <a:p>
                      <a:pPr algn="ctr"/>
                      <a:r>
                        <a:rPr lang="en-US" altLang="zh-CN" sz="2000" dirty="0"/>
                        <a:t>10/10</a:t>
                      </a:r>
                      <a:endParaRPr lang="zh-CN" altLang="en-US" sz="2000" dirty="0"/>
                    </a:p>
                  </a:txBody>
                  <a:tcPr>
                    <a:solidFill>
                      <a:schemeClr val="tx2">
                        <a:lumMod val="20000"/>
                        <a:lumOff val="80000"/>
                      </a:schemeClr>
                    </a:solidFill>
                  </a:tcPr>
                </a:tc>
                <a:tc>
                  <a:txBody>
                    <a:bodyPr/>
                    <a:lstStyle/>
                    <a:p>
                      <a:endParaRPr lang="zh-CN" altLang="en-US" sz="2000" dirty="0"/>
                    </a:p>
                  </a:txBody>
                  <a:tcPr>
                    <a:solidFill>
                      <a:schemeClr val="tx2">
                        <a:lumMod val="20000"/>
                        <a:lumOff val="80000"/>
                      </a:schemeClr>
                    </a:solidFill>
                  </a:tcPr>
                </a:tc>
                <a:extLst>
                  <a:ext uri="{0D108BD9-81ED-4DB2-BD59-A6C34878D82A}">
                    <a16:rowId xmlns:a16="http://schemas.microsoft.com/office/drawing/2014/main" val="2197432055"/>
                  </a:ext>
                </a:extLst>
              </a:tr>
              <a:tr h="1046948">
                <a:tc>
                  <a:txBody>
                    <a:bodyPr/>
                    <a:lstStyle/>
                    <a:p>
                      <a:pPr algn="ctr"/>
                      <a:r>
                        <a:rPr lang="en-US" altLang="zh-CN" sz="2000" dirty="0"/>
                        <a:t>4</a:t>
                      </a:r>
                      <a:endParaRPr lang="zh-CN" altLang="en-US" sz="2000" dirty="0"/>
                    </a:p>
                  </a:txBody>
                  <a:tcPr>
                    <a:solidFill>
                      <a:schemeClr val="tx2">
                        <a:lumMod val="20000"/>
                        <a:lumOff val="80000"/>
                      </a:schemeClr>
                    </a:solidFill>
                  </a:tcPr>
                </a:tc>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zh-CN" altLang="en-US" sz="2000" dirty="0">
                          <a:latin typeface="Arial" panose="020B0604020202020204" pitchFamily="34" charset="0"/>
                          <a:cs typeface="Arial" panose="020B0604020202020204" pitchFamily="34" charset="0"/>
                        </a:rPr>
                        <a:t>明确</a:t>
                      </a:r>
                      <a:r>
                        <a:rPr lang="en-US" altLang="zh-CN" sz="2000" dirty="0">
                          <a:latin typeface="Arial" panose="020B0604020202020204" pitchFamily="34" charset="0"/>
                          <a:cs typeface="Arial" panose="020B0604020202020204" pitchFamily="34" charset="0"/>
                        </a:rPr>
                        <a:t>HMI&amp;</a:t>
                      </a:r>
                      <a:r>
                        <a:rPr lang="zh-CN" altLang="en-US" sz="2000" dirty="0">
                          <a:latin typeface="Arial" panose="020B0604020202020204" pitchFamily="34" charset="0"/>
                          <a:cs typeface="Arial" panose="020B0604020202020204" pitchFamily="34" charset="0"/>
                        </a:rPr>
                        <a:t>土耳其语输入计划（车模及相关动效），制定详细的软件开发计划</a:t>
                      </a:r>
                      <a:endParaRPr lang="en-US" altLang="zh-CN" sz="2000" dirty="0">
                        <a:latin typeface="Arial" panose="020B0604020202020204" pitchFamily="34" charset="0"/>
                        <a:cs typeface="Arial" panose="020B0604020202020204" pitchFamily="34" charset="0"/>
                      </a:endParaRPr>
                    </a:p>
                    <a:p>
                      <a:endParaRPr lang="zh-CN" altLang="en-US" sz="2000" dirty="0"/>
                    </a:p>
                  </a:txBody>
                  <a:tcPr>
                    <a:solidFill>
                      <a:schemeClr val="tx2">
                        <a:lumMod val="20000"/>
                        <a:lumOff val="80000"/>
                      </a:schemeClr>
                    </a:solidFill>
                  </a:tcPr>
                </a:tc>
                <a:tc>
                  <a:txBody>
                    <a:bodyPr/>
                    <a:lstStyle/>
                    <a:p>
                      <a:r>
                        <a:rPr lang="zh-CN" altLang="en-US" sz="2000" dirty="0"/>
                        <a:t>童昌杰</a:t>
                      </a:r>
                      <a:r>
                        <a:rPr lang="en-US" altLang="zh-CN" sz="2000" dirty="0"/>
                        <a:t>&amp;</a:t>
                      </a:r>
                      <a:r>
                        <a:rPr lang="zh-CN" altLang="en-US" sz="2000" dirty="0"/>
                        <a:t>王岩</a:t>
                      </a:r>
                    </a:p>
                  </a:txBody>
                  <a:tcPr>
                    <a:solidFill>
                      <a:schemeClr val="tx2">
                        <a:lumMod val="20000"/>
                        <a:lumOff val="80000"/>
                      </a:schemeClr>
                    </a:solidFill>
                  </a:tcPr>
                </a:tc>
                <a:tc>
                  <a:txBody>
                    <a:bodyPr/>
                    <a:lstStyle/>
                    <a:p>
                      <a:pPr algn="ctr"/>
                      <a:r>
                        <a:rPr lang="en-US" altLang="zh-CN" sz="2000" dirty="0"/>
                        <a:t>10/10</a:t>
                      </a:r>
                      <a:endParaRPr lang="zh-CN" altLang="en-US" sz="2000" dirty="0"/>
                    </a:p>
                  </a:txBody>
                  <a:tcPr>
                    <a:solidFill>
                      <a:schemeClr val="tx2">
                        <a:lumMod val="20000"/>
                        <a:lumOff val="80000"/>
                      </a:schemeClr>
                    </a:solidFill>
                  </a:tcPr>
                </a:tc>
                <a:tc>
                  <a:txBody>
                    <a:bodyPr/>
                    <a:lstStyle/>
                    <a:p>
                      <a:endParaRPr lang="zh-CN" altLang="en-US" sz="2000" dirty="0"/>
                    </a:p>
                  </a:txBody>
                  <a:tcPr>
                    <a:solidFill>
                      <a:schemeClr val="tx2">
                        <a:lumMod val="20000"/>
                        <a:lumOff val="80000"/>
                      </a:schemeClr>
                    </a:solidFill>
                  </a:tcPr>
                </a:tc>
                <a:extLst>
                  <a:ext uri="{0D108BD9-81ED-4DB2-BD59-A6C34878D82A}">
                    <a16:rowId xmlns:a16="http://schemas.microsoft.com/office/drawing/2014/main" val="2934540507"/>
                  </a:ext>
                </a:extLst>
              </a:tr>
              <a:tr h="1046948">
                <a:tc>
                  <a:txBody>
                    <a:bodyPr/>
                    <a:lstStyle/>
                    <a:p>
                      <a:pPr algn="ctr"/>
                      <a:r>
                        <a:rPr lang="en-US" altLang="zh-CN" sz="2000" dirty="0"/>
                        <a:t>5</a:t>
                      </a:r>
                      <a:endParaRPr lang="zh-CN" altLang="en-US" sz="2000" dirty="0"/>
                    </a:p>
                  </a:txBody>
                  <a:tcPr>
                    <a:solidFill>
                      <a:schemeClr val="tx2">
                        <a:lumMod val="20000"/>
                        <a:lumOff val="80000"/>
                      </a:schemeClr>
                    </a:solidFill>
                  </a:tcPr>
                </a:tc>
                <a:tc>
                  <a:txBody>
                    <a:bodyPr/>
                    <a:lstStyle/>
                    <a:p>
                      <a:r>
                        <a:rPr lang="zh-CN" altLang="en-US" sz="2000" dirty="0">
                          <a:latin typeface="Arial" panose="020B0604020202020204" pitchFamily="34" charset="0"/>
                          <a:cs typeface="Arial" panose="020B0604020202020204" pitchFamily="34" charset="0"/>
                        </a:rPr>
                        <a:t>基线分支确认和拉取策略</a:t>
                      </a:r>
                      <a:endParaRPr lang="zh-CN" altLang="en-US" sz="2000" dirty="0"/>
                    </a:p>
                  </a:txBody>
                  <a:tcPr>
                    <a:solidFill>
                      <a:schemeClr val="tx2">
                        <a:lumMod val="20000"/>
                        <a:lumOff val="80000"/>
                      </a:schemeClr>
                    </a:solidFill>
                  </a:tcPr>
                </a:tc>
                <a:tc>
                  <a:txBody>
                    <a:bodyPr/>
                    <a:lstStyle/>
                    <a:p>
                      <a:r>
                        <a:rPr lang="zh-CN" altLang="en-US" sz="2000" dirty="0"/>
                        <a:t>王岩</a:t>
                      </a:r>
                    </a:p>
                  </a:txBody>
                  <a:tcPr>
                    <a:solidFill>
                      <a:schemeClr val="tx2">
                        <a:lumMod val="20000"/>
                        <a:lumOff val="80000"/>
                      </a:schemeClr>
                    </a:solidFill>
                  </a:tcPr>
                </a:tc>
                <a:tc>
                  <a:txBody>
                    <a:bodyPr/>
                    <a:lstStyle/>
                    <a:p>
                      <a:pPr algn="ctr"/>
                      <a:r>
                        <a:rPr lang="en-US" altLang="zh-CN" sz="2000" dirty="0"/>
                        <a:t>9/30</a:t>
                      </a:r>
                      <a:endParaRPr lang="zh-CN" altLang="en-US" sz="2000" dirty="0"/>
                    </a:p>
                  </a:txBody>
                  <a:tcPr>
                    <a:solidFill>
                      <a:schemeClr val="tx2">
                        <a:lumMod val="20000"/>
                        <a:lumOff val="80000"/>
                      </a:schemeClr>
                    </a:solidFill>
                  </a:tcPr>
                </a:tc>
                <a:tc>
                  <a:txBody>
                    <a:bodyPr/>
                    <a:lstStyle/>
                    <a:p>
                      <a:endParaRPr lang="zh-CN" altLang="en-US" sz="2000" dirty="0"/>
                    </a:p>
                  </a:txBody>
                  <a:tcPr>
                    <a:solidFill>
                      <a:schemeClr val="tx2">
                        <a:lumMod val="20000"/>
                        <a:lumOff val="80000"/>
                      </a:schemeClr>
                    </a:solidFill>
                  </a:tcPr>
                </a:tc>
                <a:extLst>
                  <a:ext uri="{0D108BD9-81ED-4DB2-BD59-A6C34878D82A}">
                    <a16:rowId xmlns:a16="http://schemas.microsoft.com/office/drawing/2014/main" val="2172688696"/>
                  </a:ext>
                </a:extLst>
              </a:tr>
              <a:tr h="1046948">
                <a:tc>
                  <a:txBody>
                    <a:bodyPr/>
                    <a:lstStyle/>
                    <a:p>
                      <a:pPr algn="ctr"/>
                      <a:r>
                        <a:rPr lang="en-US" altLang="zh-CN" sz="2000" dirty="0"/>
                        <a:t>6</a:t>
                      </a:r>
                      <a:endParaRPr lang="zh-CN" altLang="en-US" sz="2000" dirty="0"/>
                    </a:p>
                  </a:txBody>
                  <a:tcPr>
                    <a:solidFill>
                      <a:schemeClr val="tx2">
                        <a:lumMod val="20000"/>
                        <a:lumOff val="80000"/>
                      </a:schemeClr>
                    </a:solidFill>
                  </a:tcPr>
                </a:tc>
                <a:tc>
                  <a:txBody>
                    <a:bodyPr/>
                    <a:lstStyle/>
                    <a:p>
                      <a:r>
                        <a:rPr lang="zh-CN" altLang="en-US" sz="2000" dirty="0"/>
                        <a:t>制定详细的</a:t>
                      </a:r>
                      <a:r>
                        <a:rPr lang="en-US" altLang="zh-CN" sz="2000" dirty="0"/>
                        <a:t>CE</a:t>
                      </a:r>
                      <a:r>
                        <a:rPr lang="zh-CN" altLang="en-US" sz="2000" dirty="0"/>
                        <a:t>认证和</a:t>
                      </a:r>
                      <a:r>
                        <a:rPr lang="en-US" altLang="zh-CN" sz="2000" dirty="0"/>
                        <a:t>USB if </a:t>
                      </a:r>
                      <a:r>
                        <a:rPr lang="zh-CN" altLang="en-US" sz="2000" dirty="0"/>
                        <a:t>认证计划</a:t>
                      </a:r>
                    </a:p>
                  </a:txBody>
                  <a:tcPr>
                    <a:solidFill>
                      <a:schemeClr val="tx2">
                        <a:lumMod val="20000"/>
                        <a:lumOff val="80000"/>
                      </a:schemeClr>
                    </a:solidFill>
                  </a:tcPr>
                </a:tc>
                <a:tc>
                  <a:txBody>
                    <a:bodyPr/>
                    <a:lstStyle/>
                    <a:p>
                      <a:r>
                        <a:rPr lang="zh-CN" altLang="en-US" sz="2000" dirty="0"/>
                        <a:t>高全斌</a:t>
                      </a:r>
                    </a:p>
                  </a:txBody>
                  <a:tcPr>
                    <a:solidFill>
                      <a:schemeClr val="tx2">
                        <a:lumMod val="20000"/>
                        <a:lumOff val="80000"/>
                      </a:schemeClr>
                    </a:solidFill>
                  </a:tcPr>
                </a:tc>
                <a:tc>
                  <a:txBody>
                    <a:bodyPr/>
                    <a:lstStyle/>
                    <a:p>
                      <a:pPr algn="ctr"/>
                      <a:r>
                        <a:rPr lang="en-US" altLang="zh-CN" sz="2000" dirty="0"/>
                        <a:t>9/30</a:t>
                      </a:r>
                      <a:endParaRPr lang="zh-CN" altLang="en-US" sz="2000" dirty="0"/>
                    </a:p>
                  </a:txBody>
                  <a:tcPr>
                    <a:solidFill>
                      <a:schemeClr val="tx2">
                        <a:lumMod val="20000"/>
                        <a:lumOff val="80000"/>
                      </a:schemeClr>
                    </a:solidFill>
                  </a:tcPr>
                </a:tc>
                <a:tc>
                  <a:txBody>
                    <a:bodyPr/>
                    <a:lstStyle/>
                    <a:p>
                      <a:r>
                        <a:rPr lang="zh-CN" altLang="en-US" sz="2000" dirty="0"/>
                        <a:t>已完成</a:t>
                      </a:r>
                    </a:p>
                  </a:txBody>
                  <a:tcPr>
                    <a:solidFill>
                      <a:schemeClr val="tx2">
                        <a:lumMod val="20000"/>
                        <a:lumOff val="80000"/>
                      </a:schemeClr>
                    </a:solidFill>
                  </a:tcPr>
                </a:tc>
                <a:extLst>
                  <a:ext uri="{0D108BD9-81ED-4DB2-BD59-A6C34878D82A}">
                    <a16:rowId xmlns:a16="http://schemas.microsoft.com/office/drawing/2014/main" val="503220006"/>
                  </a:ext>
                </a:extLst>
              </a:tr>
              <a:tr h="1046948">
                <a:tc>
                  <a:txBody>
                    <a:bodyPr/>
                    <a:lstStyle/>
                    <a:p>
                      <a:pPr algn="ctr"/>
                      <a:r>
                        <a:rPr lang="en-US" altLang="zh-CN" sz="2000" dirty="0"/>
                        <a:t>7</a:t>
                      </a:r>
                      <a:endParaRPr lang="zh-CN" altLang="en-US" sz="2000" dirty="0"/>
                    </a:p>
                  </a:txBody>
                  <a:tcPr>
                    <a:solidFill>
                      <a:schemeClr val="tx2">
                        <a:lumMod val="20000"/>
                        <a:lumOff val="80000"/>
                      </a:schemeClr>
                    </a:solidFill>
                  </a:tcPr>
                </a:tc>
                <a:tc>
                  <a:txBody>
                    <a:bodyPr/>
                    <a:lstStyle/>
                    <a:p>
                      <a:r>
                        <a:rPr lang="zh-CN" altLang="en-US" sz="2000" dirty="0"/>
                        <a:t>新增硬件环境试验计划确认</a:t>
                      </a:r>
                    </a:p>
                  </a:txBody>
                  <a:tcPr>
                    <a:solidFill>
                      <a:schemeClr val="tx2">
                        <a:lumMod val="20000"/>
                        <a:lumOff val="80000"/>
                      </a:schemeClr>
                    </a:solidFill>
                  </a:tcPr>
                </a:tc>
                <a:tc>
                  <a:txBody>
                    <a:bodyPr/>
                    <a:lstStyle/>
                    <a:p>
                      <a:r>
                        <a:rPr lang="zh-CN" altLang="en-US" sz="2000" dirty="0"/>
                        <a:t>张紫晴</a:t>
                      </a:r>
                    </a:p>
                  </a:txBody>
                  <a:tcPr>
                    <a:solidFill>
                      <a:schemeClr val="tx2">
                        <a:lumMod val="20000"/>
                        <a:lumOff val="80000"/>
                      </a:schemeClr>
                    </a:solidFill>
                  </a:tcPr>
                </a:tc>
                <a:tc>
                  <a:txBody>
                    <a:bodyPr/>
                    <a:lstStyle/>
                    <a:p>
                      <a:pPr algn="ctr"/>
                      <a:r>
                        <a:rPr lang="en-US" altLang="zh-CN" sz="2000" dirty="0"/>
                        <a:t>10/10</a:t>
                      </a:r>
                      <a:endParaRPr lang="zh-CN" altLang="en-US" sz="2000" dirty="0"/>
                    </a:p>
                  </a:txBody>
                  <a:tcPr>
                    <a:solidFill>
                      <a:schemeClr val="tx2">
                        <a:lumMod val="20000"/>
                        <a:lumOff val="80000"/>
                      </a:schemeClr>
                    </a:solidFill>
                  </a:tcPr>
                </a:tc>
                <a:tc>
                  <a:txBody>
                    <a:bodyPr/>
                    <a:lstStyle/>
                    <a:p>
                      <a:endParaRPr lang="zh-CN" altLang="en-US" sz="2000" dirty="0"/>
                    </a:p>
                  </a:txBody>
                  <a:tcPr>
                    <a:solidFill>
                      <a:schemeClr val="tx2">
                        <a:lumMod val="20000"/>
                        <a:lumOff val="80000"/>
                      </a:schemeClr>
                    </a:solidFill>
                  </a:tcPr>
                </a:tc>
                <a:extLst>
                  <a:ext uri="{0D108BD9-81ED-4DB2-BD59-A6C34878D82A}">
                    <a16:rowId xmlns:a16="http://schemas.microsoft.com/office/drawing/2014/main" val="1691954283"/>
                  </a:ext>
                </a:extLst>
              </a:tr>
              <a:tr h="1046948">
                <a:tc>
                  <a:txBody>
                    <a:bodyPr/>
                    <a:lstStyle/>
                    <a:p>
                      <a:pPr algn="ctr"/>
                      <a:r>
                        <a:rPr lang="en-US" altLang="zh-CN" sz="2000" dirty="0"/>
                        <a:t>8</a:t>
                      </a:r>
                      <a:endParaRPr lang="zh-CN" altLang="en-US" sz="2000" dirty="0"/>
                    </a:p>
                  </a:txBody>
                  <a:tcPr>
                    <a:solidFill>
                      <a:schemeClr val="tx2">
                        <a:lumMod val="20000"/>
                        <a:lumOff val="80000"/>
                      </a:schemeClr>
                    </a:solidFill>
                  </a:tcPr>
                </a:tc>
                <a:tc>
                  <a:txBody>
                    <a:bodyPr/>
                    <a:lstStyle/>
                    <a:p>
                      <a:r>
                        <a:rPr lang="zh-CN" altLang="en-US" sz="2000" dirty="0"/>
                        <a:t>客户新增产品需求变更内容确认</a:t>
                      </a:r>
                    </a:p>
                  </a:txBody>
                  <a:tcPr>
                    <a:solidFill>
                      <a:schemeClr val="tx2">
                        <a:lumMod val="20000"/>
                        <a:lumOff val="80000"/>
                      </a:schemeClr>
                    </a:solidFill>
                  </a:tcPr>
                </a:tc>
                <a:tc>
                  <a:txBody>
                    <a:bodyPr/>
                    <a:lstStyle/>
                    <a:p>
                      <a:r>
                        <a:rPr lang="zh-CN" altLang="en-US" sz="2000" dirty="0"/>
                        <a:t>李逸雯</a:t>
                      </a:r>
                    </a:p>
                  </a:txBody>
                  <a:tcPr>
                    <a:solidFill>
                      <a:schemeClr val="tx2">
                        <a:lumMod val="20000"/>
                        <a:lumOff val="80000"/>
                      </a:schemeClr>
                    </a:solidFill>
                  </a:tcPr>
                </a:tc>
                <a:tc>
                  <a:txBody>
                    <a:bodyPr/>
                    <a:lstStyle/>
                    <a:p>
                      <a:pPr algn="ctr"/>
                      <a:r>
                        <a:rPr lang="en-US" altLang="zh-CN" sz="2000" dirty="0"/>
                        <a:t>10/10</a:t>
                      </a:r>
                      <a:endParaRPr lang="zh-CN" altLang="en-US" sz="2000" dirty="0"/>
                    </a:p>
                  </a:txBody>
                  <a:tcPr>
                    <a:solidFill>
                      <a:schemeClr val="tx2">
                        <a:lumMod val="20000"/>
                        <a:lumOff val="80000"/>
                      </a:schemeClr>
                    </a:solidFill>
                  </a:tcPr>
                </a:tc>
                <a:tc>
                  <a:txBody>
                    <a:bodyPr/>
                    <a:lstStyle/>
                    <a:p>
                      <a:endParaRPr lang="zh-CN" altLang="en-US" sz="2000" dirty="0"/>
                    </a:p>
                  </a:txBody>
                  <a:tcPr>
                    <a:solidFill>
                      <a:schemeClr val="tx2">
                        <a:lumMod val="20000"/>
                        <a:lumOff val="80000"/>
                      </a:schemeClr>
                    </a:solidFill>
                  </a:tcPr>
                </a:tc>
                <a:extLst>
                  <a:ext uri="{0D108BD9-81ED-4DB2-BD59-A6C34878D82A}">
                    <a16:rowId xmlns:a16="http://schemas.microsoft.com/office/drawing/2014/main" val="2649955724"/>
                  </a:ext>
                </a:extLst>
              </a:tr>
            </a:tbl>
          </a:graphicData>
        </a:graphic>
      </p:graphicFrame>
    </p:spTree>
    <p:extLst>
      <p:ext uri="{BB962C8B-B14F-4D97-AF65-F5344CB8AC3E}">
        <p14:creationId xmlns:p14="http://schemas.microsoft.com/office/powerpoint/2010/main" val="235491776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47043" y="13084324"/>
            <a:ext cx="3243327" cy="551137"/>
          </a:xfrm>
          <a:prstGeom prst="rect">
            <a:avLst/>
          </a:prstGeom>
          <a:noFill/>
        </p:spPr>
        <p:txBody>
          <a:bodyPr wrap="square" rtlCol="0">
            <a:normAutofit/>
          </a:bodyPr>
          <a:lstStyle/>
          <a:p>
            <a:r>
              <a:rPr lang="en-US" altLang="zh-CN" sz="2400">
                <a:solidFill>
                  <a:schemeClr val="lt1">
                    <a:alpha val="50000"/>
                  </a:schemeClr>
                </a:solidFill>
                <a:latin typeface="Arial" panose="020B0604020202020204" pitchFamily="34" charset="0"/>
                <a:ea typeface="微软雅黑" panose="020B0503020204020204" pitchFamily="34" charset="-122"/>
                <a:sym typeface="Arial" panose="020B0604020202020204" pitchFamily="34" charset="0"/>
              </a:rPr>
              <a:t>XXXX有限公司  202X</a:t>
            </a:r>
          </a:p>
        </p:txBody>
      </p:sp>
      <p:sp>
        <p:nvSpPr>
          <p:cNvPr id="5" name="EayslinkWatermark"/>
          <p:cNvSpPr>
            <a:spLocks noGrp="1" noSelect="1" noMove="1" noResize="1" noTextEdit="1"/>
          </p:cNvSpPr>
          <p:nvPr/>
        </p:nvSpPr>
        <p:spPr>
          <a:xfrm>
            <a:off x="76200" y="76200"/>
            <a:ext cx="1117600" cy="52070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2.0.50727.5448"/>
  <p:tag name="AS_OS" val="Microsoft Windows NT 6.2.9200.0"/>
  <p:tag name="AS_RELEASE_DATE" val="2023.06.21"/>
  <p:tag name="AS_TITLE" val="Aspose.Slides for C++"/>
  <p:tag name="AS_VERSION" val="23.6"/>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173_22"/>
  <p:tag name="KSO_WM_SLIDE_INDEX" val="22"/>
  <p:tag name="KSO_WM_SLIDE_ITEM_CNT" val="0"/>
  <p:tag name="KSO_WM_SLIDE_LAYOUT" val="a_b"/>
  <p:tag name="KSO_WM_SLIDE_LAYOUT_CNT" val="1_1"/>
  <p:tag name="KSO_WM_SLIDE_SUBTYPE" val="pureTxt"/>
  <p:tag name="KSO_WM_SLIDE_TYPE" val="endPage"/>
  <p:tag name="KSO_WM_SPECIAL_SOURCE" val="bdnull"/>
  <p:tag name="KSO_WM_TAG_VERSION" val="1.0"/>
  <p:tag name="KSO_WM_TEMPLATE_CATEGORY" val="custom"/>
  <p:tag name="KSO_WM_TEMPLATE_COLOR_TYPE" val="1"/>
  <p:tag name="KSO_WM_TEMPLATE_INDEX" val="20205173"/>
  <p:tag name="KSO_WM_TEMPLATE_MASTER_TYPE" val="1"/>
  <p:tag name="KSO_WM_TEMPLATE_SUBCATEGORY" val="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173"/>
  <p:tag name="KSO_WM_UNIT_COMPATIBLE" val="0"/>
  <p:tag name="KSO_WM_UNIT_DIAGRAM_ISNUMVISUAL" val="0"/>
  <p:tag name="KSO_WM_UNIT_DIAGRAM_ISREFERUNIT" val="0"/>
  <p:tag name="KSO_WM_UNIT_HIGHLIGHT" val="0"/>
  <p:tag name="KSO_WM_UNIT_ID" val="custom20205173_22*i*1"/>
  <p:tag name="KSO_WM_UNIT_INDEX" val="1"/>
  <p:tag name="KSO_WM_UNIT_LAYERLEVEL" val="1"/>
  <p:tag name="KSO_WM_UNIT_PRESET_TEXT" val="XXXX有限公司  202X"/>
  <p:tag name="KSO_WM_UNIT_TEXT_FILL_FORE_SCHEMECOLOR_INDEX" val="14"/>
  <p:tag name="KSO_WM_UNIT_TEXT_FILL_FORE_SCHEMECOLOR_INDEX_BRIGHTNESS" val="0"/>
  <p:tag name="KSO_WM_UNIT_TEXT_FILL_TYPE" val="1"/>
  <p:tag name="KSO_WM_UNIT_TYPE" val="i"/>
</p:tagLst>
</file>

<file path=ppt/theme/theme1.xml><?xml version="1.0" encoding="utf-8"?>
<a:theme xmlns:a="http://schemas.openxmlformats.org/drawingml/2006/main" name="1_Office">
  <a:themeElements>
    <a:clrScheme name="ECARX 2 1">
      <a:dk1>
        <a:srgbClr val="333F48"/>
      </a:dk1>
      <a:lt1>
        <a:srgbClr val="FFFFFF"/>
      </a:lt1>
      <a:dk2>
        <a:srgbClr val="FF5C35"/>
      </a:dk2>
      <a:lt2>
        <a:srgbClr val="D0D3D4"/>
      </a:lt2>
      <a:accent1>
        <a:srgbClr val="FF5C35"/>
      </a:accent1>
      <a:accent2>
        <a:srgbClr val="EBECEE"/>
      </a:accent2>
      <a:accent3>
        <a:srgbClr val="D6D9DA"/>
      </a:accent3>
      <a:accent4>
        <a:srgbClr val="C2C5C8"/>
      </a:accent4>
      <a:accent5>
        <a:srgbClr val="ADB2B6"/>
      </a:accent5>
      <a:accent6>
        <a:srgbClr val="858C91"/>
      </a:accent6>
      <a:hlink>
        <a:srgbClr val="FF5C35"/>
      </a:hlink>
      <a:folHlink>
        <a:srgbClr val="333F48"/>
      </a:folHlink>
    </a:clrScheme>
    <a:fontScheme name="Arial">
      <a:majorFont>
        <a:latin typeface="Arial"/>
        <a:ea typeface="Arial"/>
        <a:cs typeface="Arial"/>
        <a:font script="Beng" typeface="Vrinda"/>
        <a:font script="Jpan" typeface="ＭＳ Ｐゴシック"/>
        <a:font script="Hang" typeface="굴림"/>
        <a:font script="Hans" typeface="黑体"/>
        <a:font script="Thai" typeface="Cordia New"/>
        <a:font script="Hant" typeface="微軟正黑體"/>
        <a:font script="Khmr" typeface="DaunPenh"/>
        <a:font script="Arab" typeface="Arial"/>
        <a:font script="Hebr" typeface="Arial"/>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Arial"/>
        <a:font script="Geor" typeface="Sylfaen"/>
      </a:majorFont>
      <a:minorFont>
        <a:latin typeface="Arial"/>
        <a:ea typeface="Arial"/>
        <a:cs typeface="Arial"/>
        <a:font script="Beng" typeface="Vrinda"/>
        <a:font script="Jpan" typeface="ＭＳ Ｐゴシック"/>
        <a:font script="Hang" typeface="굴림"/>
        <a:font script="Hans" typeface="黑体"/>
        <a:font script="Thai" typeface="Cordia New"/>
        <a:font script="Hant" typeface="微軟正黑體"/>
        <a:font script="Khmr" typeface="DaunPenh"/>
        <a:font script="Arab" typeface="Arial"/>
        <a:font script="Hebr" typeface="Arial"/>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Arial"/>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none" rtlCol="0">
        <a:spAutoFit/>
      </a:bodyPr>
      <a:lstStyle>
        <a:defPPr algn="l">
          <a:defRPr sz="2800"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Beng" typeface="Vrinda"/>
        <a:font script="Jpan" typeface="ＭＳ Ｐゴシック"/>
        <a:font script="Hang" typeface="맑은 고딕"/>
        <a:font script="Hans" typeface="宋体"/>
        <a:font script="Thai" typeface="Angsana New"/>
        <a:font script="Hant" typeface="新細明體"/>
        <a:font script="Khmr" typeface="MoolBoran"/>
        <a:font script="Arab" typeface="Times New Roman"/>
        <a:font script="Hebr" typeface="Times New Roman"/>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Times New Roman"/>
      </a:majorFont>
      <a:minorFont>
        <a:latin typeface="Calibri"/>
        <a:ea typeface="Calibri"/>
        <a:cs typeface="Arial"/>
        <a:font script="Beng" typeface="Vrinda"/>
        <a:font script="Jpan" typeface="ＭＳ Ｐゴシック"/>
        <a:font script="Hang" typeface="맑은 고딕"/>
        <a:font script="Hans" typeface="宋体"/>
        <a:font script="Thai" typeface="Cordia New"/>
        <a:font script="Hant" typeface="新細明體"/>
        <a:font script="Khmr" typeface="DaunPenh"/>
        <a:font script="Arab" typeface="Arial"/>
        <a:font script="Hebr" typeface="Arial"/>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ln>
      </a:spPr>
      <a:bodyPr wrap="square">
        <a:spAutoFit/>
      </a:bodyPr>
      <a:lstStyle>
        <a:defPPr fontAlgn="ctr">
          <a:defRPr sz="1400" b="1" dirty="0" smtClean="0">
            <a:latin typeface="微软雅黑" panose="020B0503020204020204" pitchFamily="34" charset="-122"/>
            <a:ea typeface="微软雅黑" panose="020B0503020204020204" pitchFamily="34" charset="-122"/>
            <a:cs typeface="Adobe 楷体 Std R"/>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等线 Light"/>
        <a:cs typeface="Arial"/>
        <a:font script="Beng" typeface="Vrinda"/>
        <a:font script="Jpan" typeface="游ゴシック Light"/>
        <a:font script="Hang" typeface="맑은 고딕"/>
        <a:font script="Hans" typeface="等线 Light"/>
        <a:font script="Thai" typeface="Angsana New"/>
        <a:font script="Hant" typeface="新細明體"/>
        <a:font script="Khmr" typeface="MoolBoran"/>
        <a:font script="Arab" typeface="Times New Roman"/>
        <a:font script="Hebr" typeface="Times New Roman"/>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Times New Roman"/>
        <a:font script="Geor" typeface="Sylfaen"/>
      </a:majorFont>
      <a:minorFont>
        <a:latin typeface="等线"/>
        <a:ea typeface="等线"/>
        <a:cs typeface="Arial"/>
        <a:font script="Beng" typeface="Vrinda"/>
        <a:font script="Jpan" typeface="游ゴシック"/>
        <a:font script="Hang" typeface="맑은 고딕"/>
        <a:font script="Hans" typeface="等线"/>
        <a:font script="Thai" typeface="Cordia New"/>
        <a:font script="Hant" typeface="新細明體"/>
        <a:font script="Khmr" typeface="DaunPenh"/>
        <a:font script="Arab" typeface="Arial"/>
        <a:font script="Hebr" typeface="Arial"/>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Arial"/>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Beng" typeface="Vrinda"/>
        <a:font script="Jpan" typeface="游ゴシック Light"/>
        <a:font script="Hang" typeface="맑은 고딕"/>
        <a:font script="Hans" typeface="等线 Light"/>
        <a:font script="Thai" typeface="Angsana New"/>
        <a:font script="Hant" typeface="新細明體"/>
        <a:font script="Khmr" typeface="MoolBoran"/>
        <a:font script="Arab" typeface="Times New Roman"/>
        <a:font script="Hebr" typeface="Times New Roman"/>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Times New Roman"/>
        <a:font script="Geor" typeface="Sylfaen"/>
      </a:majorFont>
      <a:minorFont>
        <a:latin typeface="Calibri"/>
        <a:ea typeface="Calibri"/>
        <a:cs typeface="Arial"/>
        <a:font script="Beng" typeface="Vrinda"/>
        <a:font script="Jpan" typeface="游ゴシック"/>
        <a:font script="Hang" typeface="맑은 고딕"/>
        <a:font script="Hans" typeface="等线"/>
        <a:font script="Thai" typeface="Cordia New"/>
        <a:font script="Hant" typeface="新細明體"/>
        <a:font script="Khmr" typeface="DaunPenh"/>
        <a:font script="Arab" typeface="Arial"/>
        <a:font script="Hebr" typeface="Arial"/>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Arial"/>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等线 Light"/>
        <a:cs typeface="Arial"/>
        <a:font script="Beng" typeface="Vrinda"/>
        <a:font script="Jpan" typeface="游ゴシック Light"/>
        <a:font script="Hang" typeface="맑은 고딕"/>
        <a:font script="Hans" typeface="等线 Light"/>
        <a:font script="Thai" typeface="Angsana New"/>
        <a:font script="Hant" typeface="新細明體"/>
        <a:font script="Khmr" typeface="MoolBoran"/>
        <a:font script="Arab" typeface="Times New Roman"/>
        <a:font script="Hebr" typeface="Times New Roman"/>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Times New Roman"/>
        <a:font script="Geor" typeface="Sylfaen"/>
      </a:majorFont>
      <a:minorFont>
        <a:latin typeface="等线"/>
        <a:ea typeface="等线"/>
        <a:cs typeface="Arial"/>
        <a:font script="Beng" typeface="Vrinda"/>
        <a:font script="Jpan" typeface="游ゴシック"/>
        <a:font script="Hang" typeface="맑은 고딕"/>
        <a:font script="Hans" typeface="等线"/>
        <a:font script="Thai" typeface="Cordia New"/>
        <a:font script="Hant" typeface="新細明體"/>
        <a:font script="Khmr" typeface="DaunPenh"/>
        <a:font script="Arab" typeface="Arial"/>
        <a:font script="Hebr" typeface="Arial"/>
        <a:font script="Laoo" typeface="DokChampa"/>
        <a:font script="Ethi" typeface="Nyala"/>
        <a:font script="Gujr" typeface="Shruti"/>
        <a:font script="Uigh" typeface="Microsoft Uighur"/>
        <a:font script="Knda" typeface="Tunga"/>
        <a:font script="Guru" typeface="Raavi"/>
        <a:font script="Cans" typeface="Euphemia"/>
        <a:font script="Cher" typeface="Plantagenet Cherokee"/>
        <a:font script="Yiii" typeface="Microsoft Yi Baiti"/>
        <a:font script="Tibt" typeface="Microsoft Himalaya"/>
        <a:font script="Orya" typeface="Kalinga"/>
        <a:font script="Thaa" typeface="MV Boli"/>
        <a:font script="Deva" typeface="Mangal"/>
        <a:font script="Telu" typeface="Gautami"/>
        <a:font script="Taml" typeface="Latha"/>
        <a:font script="Syrc" typeface="Estrangelo Edessa"/>
        <a:font script="Mlym" typeface="Kartika"/>
        <a:font script="Sinh" typeface="Iskoola Pota"/>
        <a:font script="Mong" typeface="Mongolian Baiti"/>
        <a:font script="Viet" typeface="Arial"/>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1320</TotalTime>
  <Words>2148</Words>
  <Application>Microsoft Office PowerPoint</Application>
  <PresentationFormat>自定义</PresentationFormat>
  <Paragraphs>565</Paragraphs>
  <Slides>16</Slides>
  <Notes>2</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16</vt:i4>
      </vt:variant>
    </vt:vector>
  </HeadingPairs>
  <TitlesOfParts>
    <vt:vector size="26" baseType="lpstr">
      <vt:lpstr>LarkHackSafariFont</vt:lpstr>
      <vt:lpstr>Systemtypsnitt normalt</vt:lpstr>
      <vt:lpstr>等线</vt:lpstr>
      <vt:lpstr>等线 Light</vt:lpstr>
      <vt:lpstr>微软雅黑</vt:lpstr>
      <vt:lpstr>Arial</vt:lpstr>
      <vt:lpstr>Calibri</vt:lpstr>
      <vt:lpstr>1_Office</vt:lpstr>
      <vt:lpstr>1_Office 主题</vt:lpstr>
      <vt:lpstr>Office 主题​​</vt:lpstr>
      <vt:lpstr>Galata项目启动会</vt:lpstr>
      <vt:lpstr>1 项目背景 2 项目范围 3 立项信息 4 项目团队 5 项目开发计划 6 项目会议&amp;升级机制 7 近期重点工作  </vt:lpstr>
      <vt:lpstr>1 项目背景</vt:lpstr>
      <vt:lpstr>1 项目背景</vt:lpstr>
      <vt:lpstr>2 Galata新增开发适配范围——Base DX11 EU</vt:lpstr>
      <vt:lpstr>3 项目立项信息-立项审批已经完成</vt:lpstr>
      <vt:lpstr>3 项目立项信息——项目编码、物料号、jira库、知识库</vt:lpstr>
      <vt:lpstr>4 项目团队成员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E335EU&amp;CX11-A3-EU 项目启动会</dc:title>
  <dc:creator>Daniel Wikdahl</dc:creator>
  <cp:lastModifiedBy>Changjie Tong \ 童昌杰</cp:lastModifiedBy>
  <cp:revision>142</cp:revision>
  <cp:lastPrinted>2023-12-13T07:22:30Z</cp:lastPrinted>
  <dcterms:created xsi:type="dcterms:W3CDTF">2023-12-13T07:22:30Z</dcterms:created>
  <dcterms:modified xsi:type="dcterms:W3CDTF">2025-09-28T05:57:53Z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0x01010051F03412BAA77646B27464D26AAEEA0C</vt:lpwstr>
  </property>
  <property fmtid="{D5CDD505-2E9C-101B-9397-08002B2CF9AE}" pid="3" name="EagleCloud">
    <vt:lpwstr>61676334b4e8422151e43967553014381f5e06876ebe2bbce66cedec39aecaace13a7a50d2e78fc24905f2d5154311571cfd861b29b79a0c826290aa182dc69739364240fb3cb2ed3f5b47b5a74b7b515cbdfd1f781d9fac2db91981fbfebba9fb4a35e2e667aa6f350cd40ae71106eee0730d09d976ae428ce50fb839bbde2</vt:lpwstr>
  </property>
  <property fmtid="{D5CDD505-2E9C-101B-9397-08002B2CF9AE}" pid="4" name="EagleCloud1">
    <vt:lpwstr>86f755ee8978f7f3188eca3abcec30ee2d47311649c2c7117615467b2e5f507207eaf8776ab68c7c794066727e0713c3f0699e2122b9fc80d2614daac4e199a3f007eb0f783339d1ae859ae610000d5bed6d0c6504fbf436ed2a150575271ed05142e522dc07563f7103071f933e48d2df49791907f8143f3a6e57930021f52</vt:lpwstr>
  </property>
  <property fmtid="{D5CDD505-2E9C-101B-9397-08002B2CF9AE}" pid="5" name="EagleCloud2">
    <vt:lpwstr>018bfb24aa93b0ab36d70d88d7432a2afa0fe83b6ff531ceba37820154ab8186995f26c34d9c6c4e59a369b9c9f8d09a8bf3a95c3d75f98297fd7c871ba0e06b8798a75dde521c97e2fd702a5099ba7ba4b85639348b8a4af371a42ec7bc000b47e23397fe08d776798d8a1ef449e1059edb7c1a1df95929d8fa17816e4d36c</vt:lpwstr>
  </property>
  <property fmtid="{D5CDD505-2E9C-101B-9397-08002B2CF9AE}" pid="6" name="EagleCloud3">
    <vt:lpwstr>774519926400079063f561f7a34f643d2aa8805b075d9d46b6aab9459982ce5faedd1b3b3d477a0300729a0d80502b116db</vt:lpwstr>
  </property>
  <property fmtid="{D5CDD505-2E9C-101B-9397-08002B2CF9AE}" pid="7" name="ICV">
    <vt:lpwstr>C64BE07358331A1CE6225A6589B5760D_43</vt:lpwstr>
  </property>
  <property fmtid="{D5CDD505-2E9C-101B-9397-08002B2CF9AE}" pid="8" name="KSOProductBuildVer">
    <vt:lpwstr>2052-0.0.0.0</vt:lpwstr>
  </property>
</Properties>
</file>